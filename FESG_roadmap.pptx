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425" r:id="rId5"/>
    <p:sldId id="408" r:id="rId6"/>
    <p:sldId id="413" r:id="rId7"/>
    <p:sldId id="422" r:id="rId8"/>
    <p:sldId id="427" r:id="rId9"/>
    <p:sldId id="434" r:id="rId10"/>
    <p:sldId id="407" r:id="rId11"/>
    <p:sldId id="426" r:id="rId12"/>
    <p:sldId id="435" r:id="rId13"/>
    <p:sldId id="421" r:id="rId14"/>
    <p:sldId id="428" r:id="rId15"/>
    <p:sldId id="430" r:id="rId16"/>
    <p:sldId id="433" r:id="rId17"/>
    <p:sldId id="43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leitung" id="{4D9B9A87-003A-4594-89E2-C9A1239E9C56}">
          <p14:sldIdLst>
            <p14:sldId id="425"/>
            <p14:sldId id="408"/>
            <p14:sldId id="413"/>
            <p14:sldId id="422"/>
            <p14:sldId id="427"/>
            <p14:sldId id="434"/>
            <p14:sldId id="407"/>
            <p14:sldId id="426"/>
            <p14:sldId id="435"/>
            <p14:sldId id="421"/>
            <p14:sldId id="428"/>
            <p14:sldId id="430"/>
            <p14:sldId id="433"/>
            <p14:sldId id="432"/>
          </p14:sldIdLst>
        </p14:section>
        <p14:section name="Schlussfolien" id="{1D9A9D25-2E25-40C3-A456-50E495485F71}">
          <p14:sldIdLst/>
        </p14:section>
      </p14:sectionLst>
    </p:ext>
    <p:ext uri="{EFAFB233-063F-42B5-8137-9DF3F51BA10A}">
      <p15:sldGuideLst xmlns:p15="http://schemas.microsoft.com/office/powerpoint/2012/main">
        <p15:guide id="2" pos="7537" userDrawn="1">
          <p15:clr>
            <a:srgbClr val="A4A3A4"/>
          </p15:clr>
        </p15:guide>
        <p15:guide id="3" orient="horz" pos="36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FFFFFF"/>
    <a:srgbClr val="DFE9F5"/>
    <a:srgbClr val="B9DEE1"/>
    <a:srgbClr val="65A9D9"/>
    <a:srgbClr val="BBD6F5"/>
    <a:srgbClr val="25282A"/>
    <a:srgbClr val="D2E1E4"/>
    <a:srgbClr val="27B093"/>
    <a:srgbClr val="84AD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6F88F6-3EDD-4A6C-AE79-241C45D48812}" v="1809" dt="2026-07-16T16:56:49.359"/>
    <p1510:client id="{1987C6D8-CBE9-4ED0-9B78-87DBCBEC25B1}" v="2497" dt="2026-07-16T19:14:10.343"/>
    <p1510:client id="{2FB553C2-110D-4D34-B2A2-490D2EBD56E4}" v="3813" dt="2026-07-16T17:04:47.399"/>
    <p1510:client id="{69DF0A4F-FA81-47B1-8699-FD717CF66756}" v="1810" dt="2026-07-16T16:46:52.238"/>
    <p1510:client id="{840E147A-38E2-A3B8-32B1-3250AE2CAFC0}" v="55" dt="2026-07-16T15:02:23.113"/>
    <p1510:client id="{BEB6E26E-9731-4A1E-B186-A6747E56092D}" v="1563" dt="2026-07-16T17:53:05.567"/>
    <p1510:client id="{BF7B4B90-F4D7-4DBA-9CDA-97DAD437FD66}" v="4593" dt="2026-07-16T16:55:55.6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5"/>
    <p:restoredTop sz="94658"/>
  </p:normalViewPr>
  <p:slideViewPr>
    <p:cSldViewPr snapToGrid="0">
      <p:cViewPr varScale="1">
        <p:scale>
          <a:sx n="120" d="100"/>
          <a:sy n="120" d="100"/>
        </p:scale>
        <p:origin x="808" y="184"/>
      </p:cViewPr>
      <p:guideLst>
        <p:guide pos="7537"/>
        <p:guide orient="horz" pos="36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9AAD27-AF1E-3276-F64C-E24DD3C9D6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106297-72C7-0612-7611-0739473673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71FD7E-7453-412A-9D9A-67248BEACEC8}" type="datetimeFigureOut">
              <a:rPr lang="en-GB" smtClean="0"/>
              <a:t>18/07/2026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7DE446-DCD2-634E-6E7D-2B6CC9FA70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7209B-478D-FE16-8BB2-A67423D4E2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D9B360-C774-49CA-835F-5A4EA981ED5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00622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5007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de-DE" sz="1200"/>
              <a:t>Historisch gewachsene Strukturen führen zu Ineffizienzen und mangelnder Transparenz.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de-DE" sz="1200"/>
              <a:t>Die größten Hebel liegen in Prozessharmonisierung, </a:t>
            </a:r>
            <a:r>
              <a:rPr lang="de-DE" sz="1200" err="1"/>
              <a:t>Governance</a:t>
            </a:r>
            <a:r>
              <a:rPr lang="de-DE" sz="1200"/>
              <a:t> und Datenqualität.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de-DE" sz="1200"/>
              <a:t>Der Projektstart sollte auf </a:t>
            </a:r>
            <a:r>
              <a:rPr lang="de-DE" sz="1200" err="1"/>
              <a:t>Governance</a:t>
            </a:r>
            <a:r>
              <a:rPr lang="de-DE" sz="1200"/>
              <a:t>, End-</a:t>
            </a:r>
            <a:r>
              <a:rPr lang="de-DE" sz="1200" err="1"/>
              <a:t>to</a:t>
            </a:r>
            <a:r>
              <a:rPr lang="de-DE" sz="1200"/>
              <a:t>-End-Prozessen und KPI-Standards fokussieren.</a:t>
            </a:r>
          </a:p>
          <a:p>
            <a:endParaRPr lang="de-DE"/>
          </a:p>
          <a:p>
            <a:endParaRPr lang="de-DE"/>
          </a:p>
          <a:p>
            <a:endParaRPr lang="de-DE"/>
          </a:p>
          <a:p>
            <a:r>
              <a:rPr lang="de-DE"/>
              <a:t>Hinweis zum Aufbau:</a:t>
            </a:r>
          </a:p>
          <a:p>
            <a:r>
              <a:rPr lang="de-DE"/>
              <a:t>Kontext </a:t>
            </a:r>
            <a:r>
              <a:rPr lang="de-DE">
                <a:solidFill>
                  <a:schemeClr val="accent4"/>
                </a:solidFill>
              </a:rPr>
              <a:t>(Situation)</a:t>
            </a:r>
          </a:p>
          <a:p>
            <a:r>
              <a:rPr lang="de-DE"/>
              <a:t>Struktur: Entwickelt einen </a:t>
            </a:r>
            <a:r>
              <a:rPr lang="de-DE" err="1"/>
              <a:t>Issue</a:t>
            </a:r>
            <a:r>
              <a:rPr lang="de-DE"/>
              <a:t> Tree für das Projekt mit Full Energy Solutions Group </a:t>
            </a:r>
            <a:r>
              <a:rPr lang="de-DE">
                <a:solidFill>
                  <a:schemeClr val="accent4"/>
                </a:solidFill>
              </a:rPr>
              <a:t>(Conflict)</a:t>
            </a:r>
            <a:endParaRPr lang="de-DE"/>
          </a:p>
          <a:p>
            <a:r>
              <a:rPr lang="de-DE"/>
              <a:t>Erkenntnisse </a:t>
            </a:r>
            <a:r>
              <a:rPr lang="de-DE">
                <a:solidFill>
                  <a:schemeClr val="accent4"/>
                </a:solidFill>
              </a:rPr>
              <a:t>(</a:t>
            </a:r>
            <a:r>
              <a:rPr lang="de-DE" err="1">
                <a:solidFill>
                  <a:schemeClr val="accent4"/>
                </a:solidFill>
              </a:rPr>
              <a:t>Conflicts</a:t>
            </a:r>
            <a:r>
              <a:rPr lang="de-DE">
                <a:solidFill>
                  <a:schemeClr val="accent4"/>
                </a:solidFill>
              </a:rPr>
              <a:t> / Questions)</a:t>
            </a:r>
          </a:p>
          <a:p>
            <a:r>
              <a:rPr lang="de-DE"/>
              <a:t>Prioritäten </a:t>
            </a:r>
            <a:r>
              <a:rPr lang="de-DE">
                <a:solidFill>
                  <a:schemeClr val="accent4"/>
                </a:solidFill>
              </a:rPr>
              <a:t>(</a:t>
            </a:r>
            <a:r>
              <a:rPr lang="de-DE" err="1">
                <a:solidFill>
                  <a:schemeClr val="accent4"/>
                </a:solidFill>
              </a:rPr>
              <a:t>specific</a:t>
            </a:r>
            <a:r>
              <a:rPr lang="de-DE">
                <a:solidFill>
                  <a:schemeClr val="accent4"/>
                </a:solidFill>
              </a:rPr>
              <a:t> Question </a:t>
            </a:r>
            <a:r>
              <a:rPr lang="de-DE" err="1">
                <a:solidFill>
                  <a:schemeClr val="accent4"/>
                </a:solidFill>
              </a:rPr>
              <a:t>re</a:t>
            </a:r>
            <a:r>
              <a:rPr lang="de-DE">
                <a:solidFill>
                  <a:schemeClr val="accent4"/>
                </a:solidFill>
              </a:rPr>
              <a:t>. Pillars / </a:t>
            </a:r>
            <a:r>
              <a:rPr lang="de-DE" err="1">
                <a:solidFill>
                  <a:schemeClr val="accent4"/>
                </a:solidFill>
              </a:rPr>
              <a:t>Answer</a:t>
            </a:r>
            <a:r>
              <a:rPr lang="de-DE">
                <a:solidFill>
                  <a:schemeClr val="accent4"/>
                </a:solidFill>
              </a:rPr>
              <a:t>)</a:t>
            </a:r>
            <a:endParaRPr lang="de-DE"/>
          </a:p>
          <a:p>
            <a:r>
              <a:rPr lang="de-DE"/>
              <a:t>Vorgehen &amp; Empfehlung </a:t>
            </a:r>
            <a:r>
              <a:rPr lang="de-DE">
                <a:solidFill>
                  <a:schemeClr val="accent4"/>
                </a:solidFill>
              </a:rPr>
              <a:t>(</a:t>
            </a:r>
            <a:r>
              <a:rPr lang="de-DE" err="1">
                <a:solidFill>
                  <a:schemeClr val="accent4"/>
                </a:solidFill>
              </a:rPr>
              <a:t>Answer</a:t>
            </a:r>
            <a:r>
              <a:rPr lang="de-DE">
                <a:solidFill>
                  <a:schemeClr val="accent4"/>
                </a:solidFill>
              </a:rPr>
              <a:t>)</a:t>
            </a:r>
            <a:endParaRPr lang="de-DE"/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2849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In den vergangenen zwei Wochen haben wir durch Interviews, Dokumentensichtung und erste Analysen ein gemeinsames Verständnis der aktuellen Situation aufgebaut. Dabei zeigt sich ein konsistentes Muster über alle Bereiche hinweg: Wachstum und Akquisitionen haben zu einer zunehmenden Fragmentierung von Prozessen, Verantwortlichkeiten, Daten und Systemen geführt.</a:t>
            </a:r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652C4-8DDB-4486-9682-2F893AB472A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7916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ÜBERLEITUNG: 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Vor diesem Hintergrund haben wir in den letzten 2 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wochen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 Projekt in 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Workstreams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aufgeteilt und jeweils Handlungsfelder strukturiert analysiert.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8894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56246-F8FC-5D3B-A5AF-F9FF66870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963DACB-7AD1-F139-6F81-5657E77547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14057EB-2AEA-B81C-2AAB-BB06C3239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ÜBERLEITUNG: 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Vor diesem Hintergrund haben wir in den letzten 2 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wochen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 Projekt in 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Workstreams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aufgeteilt und jeweils Handlungsfelder strukturiert analysiert.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4273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>
                <a:solidFill>
                  <a:srgbClr val="464B4B"/>
                </a:solidFill>
                <a:latin typeface="Arial"/>
              </a:rPr>
              <a:t>Die Diagnose zeigt: </a:t>
            </a:r>
            <a:r>
              <a:rPr lang="de-DE">
                <a:solidFill>
                  <a:srgbClr val="464B4B"/>
                </a:solidFill>
                <a:latin typeface="Arial"/>
              </a:rPr>
              <a:t>Full Energy </a:t>
            </a:r>
            <a:r>
              <a:rPr lang="de-DE" b="0">
                <a:solidFill>
                  <a:srgbClr val="464B4B"/>
                </a:solidFill>
                <a:latin typeface="Arial"/>
              </a:rPr>
              <a:t>hat kein einzelnes Systemproblem, sondern ein Operating-Model-Thema.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2394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fontAlgn="t"/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A-Prioritäten</a:t>
            </a:r>
          </a:p>
          <a:p>
            <a:pPr fontAlgn="t"/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Governance, Prozessharmonisierung sowie KPI- und Datendefinitionen</a:t>
            </a:r>
            <a:endParaRPr lang="de-DE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Warum?</a:t>
            </a:r>
            <a:endParaRPr lang="de-DE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Größter Einfluss auf Transparenz und Steuerbarkeit</a:t>
            </a:r>
          </a:p>
          <a:p>
            <a:pPr fontAlgn="t"/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Bereits in der Strukturierungsphase analysierbar</a:t>
            </a:r>
          </a:p>
          <a:p>
            <a:pPr fontAlgn="t"/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Voraussetzung für nahezu alle Folgeentscheidungen</a:t>
            </a:r>
          </a:p>
          <a:p>
            <a:pPr fontAlgn="t"/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B-Prioritäten</a:t>
            </a:r>
          </a:p>
          <a:p>
            <a:pPr fontAlgn="t"/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Zielarchitektur sowie Risiko- und Kontrollsystem</a:t>
            </a:r>
            <a:endParaRPr lang="de-DE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Warum?</a:t>
            </a:r>
            <a:endParaRPr lang="de-DE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Wichtig für das spätere Zielbild</a:t>
            </a:r>
          </a:p>
          <a:p>
            <a:pPr fontAlgn="t"/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Sollten auf den Ergebnissen der A-Themen aufbauen</a:t>
            </a:r>
          </a:p>
          <a:p>
            <a:pPr fontAlgn="t"/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C-Prioritäten</a:t>
            </a:r>
          </a:p>
          <a:p>
            <a:pPr fontAlgn="t"/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Automatisierung und Systemimplementierung</a:t>
            </a:r>
            <a:endParaRPr lang="de-DE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Warum?</a:t>
            </a:r>
            <a:endParaRPr lang="de-DE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Hoher Nutzen, aber geringe Wirkung ohne vorherige Standardisierung</a:t>
            </a:r>
          </a:p>
          <a:p>
            <a:pPr fontAlgn="t"/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Starke Abhängigkeit von Prozessen, Governance und Datenmodell</a:t>
            </a:r>
          </a:p>
          <a:p>
            <a:pPr fontAlgn="t"/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Aussageüberschrift für die Folie</a:t>
            </a:r>
          </a:p>
          <a:p>
            <a:pPr fontAlgn="t"/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größten Hebel in der Startphase liegen in Governance, Prozessharmonisierung und einem einheitlichen Datenverständnis. Technologie und Automatisierung folgen auf dieser Grundlage.</a:t>
            </a:r>
            <a:endParaRPr lang="de-DE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670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Meilenstein 1:</a:t>
            </a:r>
          </a:p>
          <a:p>
            <a:r>
              <a:rPr lang="de-DE" sz="1200" err="1"/>
              <a:t>Governance</a:t>
            </a:r>
            <a:r>
              <a:rPr lang="de-DE" sz="1200"/>
              <a:t> &amp; KPI-Logik verabschiedet (Ende W2)</a:t>
            </a:r>
          </a:p>
          <a:p>
            <a:endParaRPr lang="de-DE"/>
          </a:p>
          <a:p>
            <a:r>
              <a:rPr lang="de-DE"/>
              <a:t>Meilenstein 2:</a:t>
            </a:r>
          </a:p>
          <a:p>
            <a:r>
              <a:rPr lang="de-DE" sz="1200">
                <a:solidFill>
                  <a:schemeClr val="accent3"/>
                </a:solidFill>
              </a:rPr>
              <a:t>Transformations-Roadmap freigegeben (Ende W4)</a:t>
            </a:r>
          </a:p>
          <a:p>
            <a:endParaRPr lang="de-DE"/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7457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w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w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w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7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- large frame -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47878-4CC5-2F38-EC5C-CE288DFC69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6000" y="4550400"/>
            <a:ext cx="11581200" cy="360000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04444-F2E0-6C9C-4C6D-05AB613912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6000" y="4910400"/>
            <a:ext cx="11581200" cy="360000"/>
          </a:xfr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842C18B-1D7A-8DC7-E58C-751F7B0008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5400" y="304800"/>
            <a:ext cx="11581200" cy="38808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4795539-9F7B-3A76-36CE-3A8633FD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6249600"/>
            <a:ext cx="9000000" cy="360000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Name, Date, Year</a:t>
            </a:r>
            <a:endParaRPr lang="en-GB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796D212-3241-2D70-4664-4DF180E7EE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1963" y="6164039"/>
            <a:ext cx="1080000" cy="45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244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- large frame - true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47878-4CC5-2F38-EC5C-CE288DFC69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6000" y="4550400"/>
            <a:ext cx="11581200" cy="360000"/>
          </a:xfrm>
        </p:spPr>
        <p:txBody>
          <a:bodyPr anchor="ctr"/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04444-F2E0-6C9C-4C6D-05AB613912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6000" y="4910400"/>
            <a:ext cx="11581200" cy="360000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842C18B-1D7A-8DC7-E58C-751F7B0008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5400" y="304800"/>
            <a:ext cx="11581200" cy="38808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4795539-9F7B-3A76-36CE-3A8633FD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6249600"/>
            <a:ext cx="9000000" cy="360000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Name, Date, Year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BA03DA-B9C9-2219-3B74-B3F712723CAA}"/>
              </a:ext>
            </a:extLst>
          </p:cNvPr>
          <p:cNvSpPr txBox="1"/>
          <p:nvPr userDrawn="1"/>
        </p:nvSpPr>
        <p:spPr>
          <a:xfrm>
            <a:off x="-6392332" y="30480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Bitte halten Sie sich an folgende Anweisungen, wenn Sie diese Folienvorlage verwenden: </a:t>
            </a:r>
          </a:p>
          <a:p>
            <a:b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</a:b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Sie haben die Möglichkeit, eine andere Farbe für den Hintergrund der Deckblätter, der Trennfolien und der Abschlussfolien aus den folgenden Optionen zu wählen:</a:t>
            </a:r>
          </a:p>
          <a:p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Weiß</a:t>
            </a: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Indigo </a:t>
            </a:r>
            <a:r>
              <a:rPr lang="de-DE" sz="1200" i="1" err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Dye</a:t>
            </a:r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- True Blue oder eine beliebige Farbe aus der "Vision"-Farbpalette </a:t>
            </a: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(siehe Folie 2).</a:t>
            </a:r>
            <a:endParaRPr lang="en-US" sz="120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CBB27692-CE39-7990-04C7-486F0FDB18B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811963" y="6165234"/>
            <a:ext cx="1080000" cy="453765"/>
            <a:chOff x="1721984" y="2257682"/>
            <a:chExt cx="7247953" cy="3045250"/>
          </a:xfrm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EFACB07E-EAB9-BEAE-BC39-C843C84BC0F8}"/>
                </a:ext>
              </a:extLst>
            </p:cNvPr>
            <p:cNvSpPr/>
            <p:nvPr/>
          </p:nvSpPr>
          <p:spPr>
            <a:xfrm>
              <a:off x="1721984" y="4167798"/>
              <a:ext cx="1948179" cy="1135134"/>
            </a:xfrm>
            <a:custGeom>
              <a:avLst/>
              <a:gdLst>
                <a:gd name="connsiteX0" fmla="*/ 1948179 w 1948179"/>
                <a:gd name="connsiteY0" fmla="*/ 391066 h 1135134"/>
                <a:gd name="connsiteX1" fmla="*/ 1641834 w 1948179"/>
                <a:gd name="connsiteY1" fmla="*/ 0 h 1135134"/>
                <a:gd name="connsiteX2" fmla="*/ 1272508 w 1948179"/>
                <a:gd name="connsiteY2" fmla="*/ 302012 h 1135134"/>
                <a:gd name="connsiteX3" fmla="*/ 1257305 w 1948179"/>
                <a:gd name="connsiteY3" fmla="*/ 302012 h 1135134"/>
                <a:gd name="connsiteX4" fmla="*/ 955329 w 1948179"/>
                <a:gd name="connsiteY4" fmla="*/ 0 h 1135134"/>
                <a:gd name="connsiteX5" fmla="*/ 581633 w 1948179"/>
                <a:gd name="connsiteY5" fmla="*/ 312846 h 1135134"/>
                <a:gd name="connsiteX6" fmla="*/ 566177 w 1948179"/>
                <a:gd name="connsiteY6" fmla="*/ 312846 h 1135134"/>
                <a:gd name="connsiteX7" fmla="*/ 333646 w 1948179"/>
                <a:gd name="connsiteY7" fmla="*/ 28240 h 1135134"/>
                <a:gd name="connsiteX8" fmla="*/ 223972 w 1948179"/>
                <a:gd name="connsiteY8" fmla="*/ 10870 h 1135134"/>
                <a:gd name="connsiteX9" fmla="*/ 0 w 1948179"/>
                <a:gd name="connsiteY9" fmla="*/ 10870 h 1135134"/>
                <a:gd name="connsiteX10" fmla="*/ 0 w 1948179"/>
                <a:gd name="connsiteY10" fmla="*/ 257990 h 1135134"/>
                <a:gd name="connsiteX11" fmla="*/ 283991 w 1948179"/>
                <a:gd name="connsiteY11" fmla="*/ 258099 h 1135134"/>
                <a:gd name="connsiteX12" fmla="*/ 283991 w 1948179"/>
                <a:gd name="connsiteY12" fmla="*/ 1116717 h 1135134"/>
                <a:gd name="connsiteX13" fmla="*/ 585967 w 1948179"/>
                <a:gd name="connsiteY13" fmla="*/ 1116717 h 1135134"/>
                <a:gd name="connsiteX14" fmla="*/ 585967 w 1948179"/>
                <a:gd name="connsiteY14" fmla="*/ 562710 h 1135134"/>
                <a:gd name="connsiteX15" fmla="*/ 597342 w 1948179"/>
                <a:gd name="connsiteY15" fmla="*/ 466506 h 1135134"/>
                <a:gd name="connsiteX16" fmla="*/ 820592 w 1948179"/>
                <a:gd name="connsiteY16" fmla="*/ 254198 h 1135134"/>
                <a:gd name="connsiteX17" fmla="*/ 968330 w 1948179"/>
                <a:gd name="connsiteY17" fmla="*/ 473656 h 1135134"/>
                <a:gd name="connsiteX18" fmla="*/ 968330 w 1948179"/>
                <a:gd name="connsiteY18" fmla="*/ 1116753 h 1135134"/>
                <a:gd name="connsiteX19" fmla="*/ 1270305 w 1948179"/>
                <a:gd name="connsiteY19" fmla="*/ 1116753 h 1135134"/>
                <a:gd name="connsiteX20" fmla="*/ 1270305 w 1948179"/>
                <a:gd name="connsiteY20" fmla="*/ 549710 h 1135134"/>
                <a:gd name="connsiteX21" fmla="*/ 1511467 w 1948179"/>
                <a:gd name="connsiteY21" fmla="*/ 254234 h 1135134"/>
                <a:gd name="connsiteX22" fmla="*/ 1644001 w 1948179"/>
                <a:gd name="connsiteY22" fmla="*/ 473692 h 1135134"/>
                <a:gd name="connsiteX23" fmla="*/ 1644001 w 1948179"/>
                <a:gd name="connsiteY23" fmla="*/ 833231 h 1135134"/>
                <a:gd name="connsiteX24" fmla="*/ 1948179 w 1948179"/>
                <a:gd name="connsiteY24" fmla="*/ 1135135 h 1135134"/>
                <a:gd name="connsiteX25" fmla="*/ 1948179 w 1948179"/>
                <a:gd name="connsiteY25" fmla="*/ 391102 h 113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179" h="1135134">
                  <a:moveTo>
                    <a:pt x="1948179" y="391066"/>
                  </a:moveTo>
                  <a:cubicBezTo>
                    <a:pt x="1948179" y="149904"/>
                    <a:pt x="1852589" y="0"/>
                    <a:pt x="1641834" y="0"/>
                  </a:cubicBezTo>
                  <a:cubicBezTo>
                    <a:pt x="1468023" y="0"/>
                    <a:pt x="1335489" y="108627"/>
                    <a:pt x="1272508" y="302012"/>
                  </a:cubicBezTo>
                  <a:lnTo>
                    <a:pt x="1257305" y="302012"/>
                  </a:lnTo>
                  <a:cubicBezTo>
                    <a:pt x="1239934" y="128201"/>
                    <a:pt x="1142141" y="0"/>
                    <a:pt x="955329" y="0"/>
                  </a:cubicBezTo>
                  <a:cubicBezTo>
                    <a:pt x="768517" y="0"/>
                    <a:pt x="640317" y="115128"/>
                    <a:pt x="581633" y="312846"/>
                  </a:cubicBezTo>
                  <a:lnTo>
                    <a:pt x="566177" y="312846"/>
                  </a:lnTo>
                  <a:cubicBezTo>
                    <a:pt x="527067" y="181539"/>
                    <a:pt x="455238" y="69770"/>
                    <a:pt x="333646" y="28240"/>
                  </a:cubicBezTo>
                  <a:cubicBezTo>
                    <a:pt x="300820" y="17009"/>
                    <a:pt x="264382" y="10870"/>
                    <a:pt x="223972" y="10870"/>
                  </a:cubicBezTo>
                  <a:lnTo>
                    <a:pt x="0" y="10870"/>
                  </a:lnTo>
                  <a:lnTo>
                    <a:pt x="0" y="257990"/>
                  </a:lnTo>
                  <a:lnTo>
                    <a:pt x="283991" y="258099"/>
                  </a:lnTo>
                  <a:lnTo>
                    <a:pt x="283991" y="1116717"/>
                  </a:lnTo>
                  <a:lnTo>
                    <a:pt x="585967" y="1116717"/>
                  </a:lnTo>
                  <a:lnTo>
                    <a:pt x="585967" y="562710"/>
                  </a:lnTo>
                  <a:cubicBezTo>
                    <a:pt x="586725" y="527536"/>
                    <a:pt x="590806" y="495613"/>
                    <a:pt x="597342" y="466506"/>
                  </a:cubicBezTo>
                  <a:cubicBezTo>
                    <a:pt x="629158" y="324727"/>
                    <a:pt x="723268" y="254198"/>
                    <a:pt x="820592" y="254198"/>
                  </a:cubicBezTo>
                  <a:cubicBezTo>
                    <a:pt x="917916" y="254198"/>
                    <a:pt x="968330" y="297642"/>
                    <a:pt x="968330" y="473656"/>
                  </a:cubicBezTo>
                  <a:lnTo>
                    <a:pt x="968330" y="1116753"/>
                  </a:lnTo>
                  <a:lnTo>
                    <a:pt x="1270305" y="1116753"/>
                  </a:lnTo>
                  <a:lnTo>
                    <a:pt x="1270305" y="549710"/>
                  </a:lnTo>
                  <a:cubicBezTo>
                    <a:pt x="1292045" y="330288"/>
                    <a:pt x="1405006" y="254234"/>
                    <a:pt x="1511467" y="254234"/>
                  </a:cubicBezTo>
                  <a:cubicBezTo>
                    <a:pt x="1617927" y="254234"/>
                    <a:pt x="1644001" y="328121"/>
                    <a:pt x="1644001" y="473692"/>
                  </a:cubicBezTo>
                  <a:lnTo>
                    <a:pt x="1644001" y="833231"/>
                  </a:lnTo>
                  <a:cubicBezTo>
                    <a:pt x="1644001" y="1005923"/>
                    <a:pt x="1755662" y="1125384"/>
                    <a:pt x="1948179" y="1135135"/>
                  </a:cubicBezTo>
                  <a:lnTo>
                    <a:pt x="1948179" y="39110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1108345D-700F-1C8A-4B37-B0C6EBE670FF}"/>
                </a:ext>
              </a:extLst>
            </p:cNvPr>
            <p:cNvSpPr/>
            <p:nvPr/>
          </p:nvSpPr>
          <p:spPr>
            <a:xfrm>
              <a:off x="5035697" y="4193979"/>
              <a:ext cx="910332" cy="1088477"/>
            </a:xfrm>
            <a:custGeom>
              <a:avLst/>
              <a:gdLst>
                <a:gd name="connsiteX0" fmla="*/ 326785 w 910332"/>
                <a:gd name="connsiteY0" fmla="*/ 851469 h 1088477"/>
                <a:gd name="connsiteX1" fmla="*/ 897296 w 910332"/>
                <a:gd name="connsiteY1" fmla="*/ 235817 h 1088477"/>
                <a:gd name="connsiteX2" fmla="*/ 897296 w 910332"/>
                <a:gd name="connsiteY2" fmla="*/ 5381 h 1088477"/>
                <a:gd name="connsiteX3" fmla="*/ 897296 w 910332"/>
                <a:gd name="connsiteY3" fmla="*/ 5381 h 1088477"/>
                <a:gd name="connsiteX4" fmla="*/ 897296 w 910332"/>
                <a:gd name="connsiteY4" fmla="*/ 0 h 1088477"/>
                <a:gd name="connsiteX5" fmla="*/ 22535 w 910332"/>
                <a:gd name="connsiteY5" fmla="*/ 0 h 1088477"/>
                <a:gd name="connsiteX6" fmla="*/ 22535 w 910332"/>
                <a:gd name="connsiteY6" fmla="*/ 225958 h 1088477"/>
                <a:gd name="connsiteX7" fmla="*/ 600629 w 910332"/>
                <a:gd name="connsiteY7" fmla="*/ 225958 h 1088477"/>
                <a:gd name="connsiteX8" fmla="*/ 0 w 910332"/>
                <a:gd name="connsiteY8" fmla="*/ 868947 h 1088477"/>
                <a:gd name="connsiteX9" fmla="*/ 0 w 910332"/>
                <a:gd name="connsiteY9" fmla="*/ 1088477 h 1088477"/>
                <a:gd name="connsiteX10" fmla="*/ 910333 w 910332"/>
                <a:gd name="connsiteY10" fmla="*/ 1088477 h 1088477"/>
                <a:gd name="connsiteX11" fmla="*/ 910333 w 910332"/>
                <a:gd name="connsiteY11" fmla="*/ 851469 h 1088477"/>
                <a:gd name="connsiteX12" fmla="*/ 326785 w 910332"/>
                <a:gd name="connsiteY12" fmla="*/ 851469 h 10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0332" h="1088477">
                  <a:moveTo>
                    <a:pt x="326785" y="851469"/>
                  </a:moveTo>
                  <a:lnTo>
                    <a:pt x="897296" y="235817"/>
                  </a:lnTo>
                  <a:lnTo>
                    <a:pt x="897296" y="5381"/>
                  </a:lnTo>
                  <a:lnTo>
                    <a:pt x="897296" y="5381"/>
                  </a:lnTo>
                  <a:lnTo>
                    <a:pt x="897296" y="0"/>
                  </a:lnTo>
                  <a:lnTo>
                    <a:pt x="22535" y="0"/>
                  </a:lnTo>
                  <a:lnTo>
                    <a:pt x="22535" y="225958"/>
                  </a:lnTo>
                  <a:lnTo>
                    <a:pt x="600629" y="225958"/>
                  </a:lnTo>
                  <a:lnTo>
                    <a:pt x="0" y="868947"/>
                  </a:lnTo>
                  <a:lnTo>
                    <a:pt x="0" y="1088477"/>
                  </a:lnTo>
                  <a:lnTo>
                    <a:pt x="910333" y="1088477"/>
                  </a:lnTo>
                  <a:lnTo>
                    <a:pt x="910333" y="851469"/>
                  </a:lnTo>
                  <a:lnTo>
                    <a:pt x="326785" y="851469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E0E4C0B4-CB79-A2B6-DCA2-0DFC81DAD996}"/>
                </a:ext>
              </a:extLst>
            </p:cNvPr>
            <p:cNvSpPr/>
            <p:nvPr/>
          </p:nvSpPr>
          <p:spPr>
            <a:xfrm>
              <a:off x="6099401" y="4169495"/>
              <a:ext cx="1028023" cy="1115344"/>
            </a:xfrm>
            <a:custGeom>
              <a:avLst/>
              <a:gdLst>
                <a:gd name="connsiteX0" fmla="*/ 670832 w 1028023"/>
                <a:gd name="connsiteY0" fmla="*/ 897368 h 1115344"/>
                <a:gd name="connsiteX1" fmla="*/ 328879 w 1028023"/>
                <a:gd name="connsiteY1" fmla="*/ 1115345 h 1115344"/>
                <a:gd name="connsiteX2" fmla="*/ 0 w 1028023"/>
                <a:gd name="connsiteY2" fmla="*/ 836373 h 1115344"/>
                <a:gd name="connsiteX3" fmla="*/ 389874 w 1028023"/>
                <a:gd name="connsiteY3" fmla="*/ 498754 h 1115344"/>
                <a:gd name="connsiteX4" fmla="*/ 668665 w 1028023"/>
                <a:gd name="connsiteY4" fmla="*/ 415984 h 1115344"/>
                <a:gd name="connsiteX5" fmla="*/ 668665 w 1028023"/>
                <a:gd name="connsiteY5" fmla="*/ 392041 h 1115344"/>
                <a:gd name="connsiteX6" fmla="*/ 483515 w 1028023"/>
                <a:gd name="connsiteY6" fmla="*/ 224333 h 1115344"/>
                <a:gd name="connsiteX7" fmla="*/ 235203 w 1028023"/>
                <a:gd name="connsiteY7" fmla="*/ 383338 h 1115344"/>
                <a:gd name="connsiteX8" fmla="*/ 8703 w 1028023"/>
                <a:gd name="connsiteY8" fmla="*/ 261349 h 1115344"/>
                <a:gd name="connsiteX9" fmla="*/ 513994 w 1028023"/>
                <a:gd name="connsiteY9" fmla="*/ 0 h 1115344"/>
                <a:gd name="connsiteX10" fmla="*/ 964863 w 1028023"/>
                <a:gd name="connsiteY10" fmla="*/ 409483 h 1115344"/>
                <a:gd name="connsiteX11" fmla="*/ 964863 w 1028023"/>
                <a:gd name="connsiteY11" fmla="*/ 762342 h 1115344"/>
                <a:gd name="connsiteX12" fmla="*/ 1028024 w 1028023"/>
                <a:gd name="connsiteY12" fmla="*/ 1112528 h 1115344"/>
                <a:gd name="connsiteX13" fmla="*/ 725290 w 1028023"/>
                <a:gd name="connsiteY13" fmla="*/ 1112528 h 1115344"/>
                <a:gd name="connsiteX14" fmla="*/ 670832 w 1028023"/>
                <a:gd name="connsiteY14" fmla="*/ 897404 h 1115344"/>
                <a:gd name="connsiteX15" fmla="*/ 676104 w 1028023"/>
                <a:gd name="connsiteY15" fmla="*/ 711603 h 1115344"/>
                <a:gd name="connsiteX16" fmla="*/ 676104 w 1028023"/>
                <a:gd name="connsiteY16" fmla="*/ 543715 h 1115344"/>
                <a:gd name="connsiteX17" fmla="*/ 676104 w 1028023"/>
                <a:gd name="connsiteY17" fmla="*/ 543715 h 1115344"/>
                <a:gd name="connsiteX18" fmla="*/ 532339 w 1028023"/>
                <a:gd name="connsiteY18" fmla="*/ 605468 h 1115344"/>
                <a:gd name="connsiteX19" fmla="*/ 308006 w 1028023"/>
                <a:gd name="connsiteY19" fmla="*/ 783468 h 1115344"/>
                <a:gd name="connsiteX20" fmla="*/ 440865 w 1028023"/>
                <a:gd name="connsiteY20" fmla="*/ 918494 h 1115344"/>
                <a:gd name="connsiteX21" fmla="*/ 676104 w 1028023"/>
                <a:gd name="connsiteY21" fmla="*/ 711567 h 111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8023" h="1115344">
                  <a:moveTo>
                    <a:pt x="670832" y="897368"/>
                  </a:moveTo>
                  <a:cubicBezTo>
                    <a:pt x="620093" y="1041639"/>
                    <a:pt x="485681" y="1115345"/>
                    <a:pt x="328879" y="1115345"/>
                  </a:cubicBezTo>
                  <a:cubicBezTo>
                    <a:pt x="119786" y="1115345"/>
                    <a:pt x="0" y="1017154"/>
                    <a:pt x="0" y="836373"/>
                  </a:cubicBezTo>
                  <a:cubicBezTo>
                    <a:pt x="0" y="629447"/>
                    <a:pt x="163374" y="544509"/>
                    <a:pt x="389874" y="498754"/>
                  </a:cubicBezTo>
                  <a:cubicBezTo>
                    <a:pt x="577191" y="459536"/>
                    <a:pt x="659962" y="439963"/>
                    <a:pt x="668665" y="415984"/>
                  </a:cubicBezTo>
                  <a:lnTo>
                    <a:pt x="668665" y="392041"/>
                  </a:lnTo>
                  <a:cubicBezTo>
                    <a:pt x="668665" y="287494"/>
                    <a:pt x="616410" y="224333"/>
                    <a:pt x="483515" y="224333"/>
                  </a:cubicBezTo>
                  <a:cubicBezTo>
                    <a:pt x="350619" y="224333"/>
                    <a:pt x="270052" y="302734"/>
                    <a:pt x="235203" y="383338"/>
                  </a:cubicBezTo>
                  <a:lnTo>
                    <a:pt x="8703" y="261349"/>
                  </a:lnTo>
                  <a:cubicBezTo>
                    <a:pt x="87104" y="100177"/>
                    <a:pt x="278791" y="0"/>
                    <a:pt x="513994" y="0"/>
                  </a:cubicBezTo>
                  <a:cubicBezTo>
                    <a:pt x="821098" y="0"/>
                    <a:pt x="964863" y="143729"/>
                    <a:pt x="964863" y="409483"/>
                  </a:cubicBezTo>
                  <a:lnTo>
                    <a:pt x="964863" y="762342"/>
                  </a:lnTo>
                  <a:cubicBezTo>
                    <a:pt x="964863" y="988841"/>
                    <a:pt x="991008" y="1082013"/>
                    <a:pt x="1028024" y="1112528"/>
                  </a:cubicBezTo>
                  <a:lnTo>
                    <a:pt x="725290" y="1112528"/>
                  </a:lnTo>
                  <a:cubicBezTo>
                    <a:pt x="699144" y="1088585"/>
                    <a:pt x="677368" y="1021560"/>
                    <a:pt x="670832" y="897404"/>
                  </a:cubicBezTo>
                  <a:close/>
                  <a:moveTo>
                    <a:pt x="676104" y="711603"/>
                  </a:moveTo>
                  <a:lnTo>
                    <a:pt x="676104" y="543715"/>
                  </a:lnTo>
                  <a:lnTo>
                    <a:pt x="676104" y="543715"/>
                  </a:lnTo>
                  <a:cubicBezTo>
                    <a:pt x="646564" y="571016"/>
                    <a:pt x="610776" y="581525"/>
                    <a:pt x="532339" y="605468"/>
                  </a:cubicBezTo>
                  <a:cubicBezTo>
                    <a:pt x="384241" y="646853"/>
                    <a:pt x="308006" y="685458"/>
                    <a:pt x="308006" y="783468"/>
                  </a:cubicBezTo>
                  <a:cubicBezTo>
                    <a:pt x="308006" y="870608"/>
                    <a:pt x="369001" y="918494"/>
                    <a:pt x="440865" y="918494"/>
                  </a:cubicBezTo>
                  <a:cubicBezTo>
                    <a:pt x="549782" y="918494"/>
                    <a:pt x="654328" y="837926"/>
                    <a:pt x="676104" y="71156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24D8A04A-B416-E320-F31E-404B6252E25F}"/>
                </a:ext>
              </a:extLst>
            </p:cNvPr>
            <p:cNvSpPr/>
            <p:nvPr/>
          </p:nvSpPr>
          <p:spPr>
            <a:xfrm>
              <a:off x="4301487" y="2782401"/>
              <a:ext cx="1066448" cy="1110650"/>
            </a:xfrm>
            <a:custGeom>
              <a:avLst/>
              <a:gdLst>
                <a:gd name="connsiteX0" fmla="*/ 0 w 1066448"/>
                <a:gd name="connsiteY0" fmla="*/ 556390 h 1110650"/>
                <a:gd name="connsiteX1" fmla="*/ 541657 w 1066448"/>
                <a:gd name="connsiteY1" fmla="*/ 0 h 1110650"/>
                <a:gd name="connsiteX2" fmla="*/ 1066448 w 1066448"/>
                <a:gd name="connsiteY2" fmla="*/ 545846 h 1110650"/>
                <a:gd name="connsiteX3" fmla="*/ 526923 w 1066448"/>
                <a:gd name="connsiteY3" fmla="*/ 1110650 h 1110650"/>
                <a:gd name="connsiteX4" fmla="*/ 36 w 1066448"/>
                <a:gd name="connsiteY4" fmla="*/ 556354 h 1110650"/>
                <a:gd name="connsiteX5" fmla="*/ 765051 w 1066448"/>
                <a:gd name="connsiteY5" fmla="*/ 550071 h 1110650"/>
                <a:gd name="connsiteX6" fmla="*/ 537431 w 1066448"/>
                <a:gd name="connsiteY6" fmla="*/ 216569 h 1110650"/>
                <a:gd name="connsiteX7" fmla="*/ 305587 w 1066448"/>
                <a:gd name="connsiteY7" fmla="*/ 547976 h 1110650"/>
                <a:gd name="connsiteX8" fmla="*/ 528981 w 1066448"/>
                <a:gd name="connsiteY8" fmla="*/ 892023 h 1110650"/>
                <a:gd name="connsiteX9" fmla="*/ 765051 w 1066448"/>
                <a:gd name="connsiteY9" fmla="*/ 550071 h 111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6448" h="1110650">
                  <a:moveTo>
                    <a:pt x="0" y="556390"/>
                  </a:moveTo>
                  <a:cubicBezTo>
                    <a:pt x="0" y="238164"/>
                    <a:pt x="198115" y="0"/>
                    <a:pt x="541657" y="0"/>
                  </a:cubicBezTo>
                  <a:cubicBezTo>
                    <a:pt x="885198" y="0"/>
                    <a:pt x="1066448" y="214980"/>
                    <a:pt x="1066448" y="545846"/>
                  </a:cubicBezTo>
                  <a:cubicBezTo>
                    <a:pt x="1066448" y="876711"/>
                    <a:pt x="868333" y="1110650"/>
                    <a:pt x="526923" y="1110650"/>
                  </a:cubicBezTo>
                  <a:cubicBezTo>
                    <a:pt x="185512" y="1110650"/>
                    <a:pt x="36" y="893576"/>
                    <a:pt x="36" y="556354"/>
                  </a:cubicBezTo>
                  <a:close/>
                  <a:moveTo>
                    <a:pt x="765051" y="550071"/>
                  </a:moveTo>
                  <a:cubicBezTo>
                    <a:pt x="765051" y="335091"/>
                    <a:pt x="689177" y="216569"/>
                    <a:pt x="537431" y="216569"/>
                  </a:cubicBezTo>
                  <a:cubicBezTo>
                    <a:pt x="385685" y="216569"/>
                    <a:pt x="305587" y="335127"/>
                    <a:pt x="305587" y="547976"/>
                  </a:cubicBezTo>
                  <a:cubicBezTo>
                    <a:pt x="305587" y="760825"/>
                    <a:pt x="379329" y="892023"/>
                    <a:pt x="528981" y="892023"/>
                  </a:cubicBezTo>
                  <a:cubicBezTo>
                    <a:pt x="678633" y="892023"/>
                    <a:pt x="765051" y="769276"/>
                    <a:pt x="765051" y="55007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C108A127-C352-B9BF-C0D1-3E54DE125319}"/>
                </a:ext>
              </a:extLst>
            </p:cNvPr>
            <p:cNvSpPr/>
            <p:nvPr/>
          </p:nvSpPr>
          <p:spPr>
            <a:xfrm>
              <a:off x="6410838" y="2808294"/>
              <a:ext cx="1066231" cy="1086021"/>
            </a:xfrm>
            <a:custGeom>
              <a:avLst/>
              <a:gdLst>
                <a:gd name="connsiteX0" fmla="*/ 0 w 1066231"/>
                <a:gd name="connsiteY0" fmla="*/ 1228 h 1086021"/>
                <a:gd name="connsiteX1" fmla="*/ 283955 w 1066231"/>
                <a:gd name="connsiteY1" fmla="*/ 1228 h 1086021"/>
                <a:gd name="connsiteX2" fmla="*/ 526381 w 1066231"/>
                <a:gd name="connsiteY2" fmla="*/ 790691 h 1086021"/>
                <a:gd name="connsiteX3" fmla="*/ 539381 w 1066231"/>
                <a:gd name="connsiteY3" fmla="*/ 790691 h 1086021"/>
                <a:gd name="connsiteX4" fmla="*/ 777545 w 1066231"/>
                <a:gd name="connsiteY4" fmla="*/ 0 h 1086021"/>
                <a:gd name="connsiteX5" fmla="*/ 1066232 w 1066231"/>
                <a:gd name="connsiteY5" fmla="*/ 0 h 1086021"/>
                <a:gd name="connsiteX6" fmla="*/ 675346 w 1066231"/>
                <a:gd name="connsiteY6" fmla="*/ 1086021 h 1086021"/>
                <a:gd name="connsiteX7" fmla="*/ 394821 w 1066231"/>
                <a:gd name="connsiteY7" fmla="*/ 1084866 h 1086021"/>
                <a:gd name="connsiteX8" fmla="*/ 0 w 1066231"/>
                <a:gd name="connsiteY8" fmla="*/ 1228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31" h="1086021">
                  <a:moveTo>
                    <a:pt x="0" y="1228"/>
                  </a:moveTo>
                  <a:lnTo>
                    <a:pt x="283955" y="1228"/>
                  </a:lnTo>
                  <a:lnTo>
                    <a:pt x="526381" y="790691"/>
                  </a:lnTo>
                  <a:lnTo>
                    <a:pt x="539381" y="790691"/>
                  </a:lnTo>
                  <a:lnTo>
                    <a:pt x="777545" y="0"/>
                  </a:lnTo>
                  <a:lnTo>
                    <a:pt x="1066232" y="0"/>
                  </a:lnTo>
                  <a:lnTo>
                    <a:pt x="675346" y="1086021"/>
                  </a:lnTo>
                  <a:lnTo>
                    <a:pt x="394821" y="1084866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5050C851-2AF4-E0A3-DE7E-E9F12135570F}"/>
                </a:ext>
              </a:extLst>
            </p:cNvPr>
            <p:cNvSpPr/>
            <p:nvPr/>
          </p:nvSpPr>
          <p:spPr>
            <a:xfrm>
              <a:off x="3393430" y="2257682"/>
              <a:ext cx="851865" cy="1636633"/>
            </a:xfrm>
            <a:custGeom>
              <a:avLst/>
              <a:gdLst>
                <a:gd name="connsiteX0" fmla="*/ 561374 w 851865"/>
                <a:gd name="connsiteY0" fmla="*/ 396700 h 1636633"/>
                <a:gd name="connsiteX1" fmla="*/ 717454 w 851865"/>
                <a:gd name="connsiteY1" fmla="*/ 227619 h 1636633"/>
                <a:gd name="connsiteX2" fmla="*/ 851866 w 851865"/>
                <a:gd name="connsiteY2" fmla="*/ 247120 h 1636633"/>
                <a:gd name="connsiteX3" fmla="*/ 851866 w 851865"/>
                <a:gd name="connsiteY3" fmla="*/ 26001 h 1636633"/>
                <a:gd name="connsiteX4" fmla="*/ 648117 w 851865"/>
                <a:gd name="connsiteY4" fmla="*/ 0 h 1636633"/>
                <a:gd name="connsiteX5" fmla="*/ 277419 w 851865"/>
                <a:gd name="connsiteY5" fmla="*/ 381496 h 1636633"/>
                <a:gd name="connsiteX6" fmla="*/ 277419 w 851865"/>
                <a:gd name="connsiteY6" fmla="*/ 550576 h 1636633"/>
                <a:gd name="connsiteX7" fmla="*/ 85226 w 851865"/>
                <a:gd name="connsiteY7" fmla="*/ 550576 h 1636633"/>
                <a:gd name="connsiteX8" fmla="*/ 0 w 851865"/>
                <a:gd name="connsiteY8" fmla="*/ 784696 h 1636633"/>
                <a:gd name="connsiteX9" fmla="*/ 277419 w 851865"/>
                <a:gd name="connsiteY9" fmla="*/ 784696 h 1636633"/>
                <a:gd name="connsiteX10" fmla="*/ 277419 w 851865"/>
                <a:gd name="connsiteY10" fmla="*/ 1636634 h 1636633"/>
                <a:gd name="connsiteX11" fmla="*/ 561410 w 851865"/>
                <a:gd name="connsiteY11" fmla="*/ 1636634 h 1636633"/>
                <a:gd name="connsiteX12" fmla="*/ 561410 w 851865"/>
                <a:gd name="connsiteY12" fmla="*/ 767831 h 1636633"/>
                <a:gd name="connsiteX13" fmla="*/ 552743 w 851865"/>
                <a:gd name="connsiteY13" fmla="*/ 784732 h 1636633"/>
                <a:gd name="connsiteX14" fmla="*/ 822650 w 851865"/>
                <a:gd name="connsiteY14" fmla="*/ 784732 h 1636633"/>
                <a:gd name="connsiteX15" fmla="*/ 822650 w 851865"/>
                <a:gd name="connsiteY15" fmla="*/ 550612 h 1636633"/>
                <a:gd name="connsiteX16" fmla="*/ 552743 w 851865"/>
                <a:gd name="connsiteY16" fmla="*/ 550612 h 1636633"/>
                <a:gd name="connsiteX17" fmla="*/ 561410 w 851865"/>
                <a:gd name="connsiteY17" fmla="*/ 585281 h 1636633"/>
                <a:gd name="connsiteX18" fmla="*/ 561410 w 851865"/>
                <a:gd name="connsiteY18" fmla="*/ 396700 h 163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1865" h="1636633">
                  <a:moveTo>
                    <a:pt x="561374" y="396700"/>
                  </a:moveTo>
                  <a:cubicBezTo>
                    <a:pt x="561374" y="273157"/>
                    <a:pt x="602543" y="227619"/>
                    <a:pt x="717454" y="227619"/>
                  </a:cubicBezTo>
                  <a:cubicBezTo>
                    <a:pt x="769492" y="227619"/>
                    <a:pt x="814995" y="236286"/>
                    <a:pt x="851866" y="247120"/>
                  </a:cubicBezTo>
                  <a:lnTo>
                    <a:pt x="851866" y="26001"/>
                  </a:lnTo>
                  <a:cubicBezTo>
                    <a:pt x="810697" y="15167"/>
                    <a:pt x="758658" y="0"/>
                    <a:pt x="648117" y="0"/>
                  </a:cubicBezTo>
                  <a:cubicBezTo>
                    <a:pt x="403164" y="0"/>
                    <a:pt x="277419" y="145246"/>
                    <a:pt x="277419" y="381496"/>
                  </a:cubicBezTo>
                  <a:lnTo>
                    <a:pt x="277419" y="550576"/>
                  </a:lnTo>
                  <a:lnTo>
                    <a:pt x="85226" y="550576"/>
                  </a:lnTo>
                  <a:lnTo>
                    <a:pt x="0" y="784696"/>
                  </a:lnTo>
                  <a:lnTo>
                    <a:pt x="277419" y="784696"/>
                  </a:lnTo>
                  <a:lnTo>
                    <a:pt x="277419" y="1636634"/>
                  </a:lnTo>
                  <a:lnTo>
                    <a:pt x="561410" y="1636634"/>
                  </a:lnTo>
                  <a:lnTo>
                    <a:pt x="561410" y="767831"/>
                  </a:lnTo>
                  <a:lnTo>
                    <a:pt x="552743" y="784732"/>
                  </a:lnTo>
                  <a:lnTo>
                    <a:pt x="822650" y="784732"/>
                  </a:lnTo>
                  <a:lnTo>
                    <a:pt x="822650" y="550612"/>
                  </a:lnTo>
                  <a:lnTo>
                    <a:pt x="552743" y="550612"/>
                  </a:lnTo>
                  <a:lnTo>
                    <a:pt x="561410" y="585281"/>
                  </a:lnTo>
                  <a:lnTo>
                    <a:pt x="561410" y="39670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65961A91-68BF-5B4F-5250-5600E78B6D54}"/>
                </a:ext>
              </a:extLst>
            </p:cNvPr>
            <p:cNvSpPr/>
            <p:nvPr/>
          </p:nvSpPr>
          <p:spPr>
            <a:xfrm>
              <a:off x="5437019" y="2809522"/>
              <a:ext cx="840273" cy="1083529"/>
            </a:xfrm>
            <a:custGeom>
              <a:avLst/>
              <a:gdLst>
                <a:gd name="connsiteX0" fmla="*/ 826190 w 840273"/>
                <a:gd name="connsiteY0" fmla="*/ 2492 h 1083529"/>
                <a:gd name="connsiteX1" fmla="*/ 462100 w 840273"/>
                <a:gd name="connsiteY1" fmla="*/ 341700 h 1083529"/>
                <a:gd name="connsiteX2" fmla="*/ 453108 w 840273"/>
                <a:gd name="connsiteY2" fmla="*/ 341772 h 1083529"/>
                <a:gd name="connsiteX3" fmla="*/ 464158 w 840273"/>
                <a:gd name="connsiteY3" fmla="*/ 154780 h 1083529"/>
                <a:gd name="connsiteX4" fmla="*/ 463870 w 840273"/>
                <a:gd name="connsiteY4" fmla="*/ 0 h 1083529"/>
                <a:gd name="connsiteX5" fmla="*/ 82410 w 840273"/>
                <a:gd name="connsiteY5" fmla="*/ 0 h 1083529"/>
                <a:gd name="connsiteX6" fmla="*/ 0 w 840273"/>
                <a:gd name="connsiteY6" fmla="*/ 224875 h 1083529"/>
                <a:gd name="connsiteX7" fmla="*/ 212849 w 840273"/>
                <a:gd name="connsiteY7" fmla="*/ 224875 h 1083529"/>
                <a:gd name="connsiteX8" fmla="*/ 212849 w 840273"/>
                <a:gd name="connsiteY8" fmla="*/ 1083530 h 1083529"/>
                <a:gd name="connsiteX9" fmla="*/ 488535 w 840273"/>
                <a:gd name="connsiteY9" fmla="*/ 1083530 h 1083529"/>
                <a:gd name="connsiteX10" fmla="*/ 488535 w 840273"/>
                <a:gd name="connsiteY10" fmla="*/ 684266 h 1083529"/>
                <a:gd name="connsiteX11" fmla="*/ 760970 w 840273"/>
                <a:gd name="connsiteY11" fmla="*/ 332708 h 1083529"/>
                <a:gd name="connsiteX12" fmla="*/ 840274 w 840273"/>
                <a:gd name="connsiteY12" fmla="*/ 332708 h 1083529"/>
                <a:gd name="connsiteX13" fmla="*/ 840274 w 840273"/>
                <a:gd name="connsiteY13" fmla="*/ 2456 h 1083529"/>
                <a:gd name="connsiteX14" fmla="*/ 826153 w 840273"/>
                <a:gd name="connsiteY14" fmla="*/ 2456 h 108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0273" h="1083529">
                  <a:moveTo>
                    <a:pt x="826190" y="2492"/>
                  </a:moveTo>
                  <a:cubicBezTo>
                    <a:pt x="640786" y="2492"/>
                    <a:pt x="490918" y="119786"/>
                    <a:pt x="462100" y="341700"/>
                  </a:cubicBezTo>
                  <a:lnTo>
                    <a:pt x="453108" y="341772"/>
                  </a:lnTo>
                  <a:lnTo>
                    <a:pt x="464158" y="154780"/>
                  </a:lnTo>
                  <a:lnTo>
                    <a:pt x="463870" y="0"/>
                  </a:lnTo>
                  <a:lnTo>
                    <a:pt x="82410" y="0"/>
                  </a:lnTo>
                  <a:lnTo>
                    <a:pt x="0" y="224875"/>
                  </a:lnTo>
                  <a:lnTo>
                    <a:pt x="212849" y="224875"/>
                  </a:lnTo>
                  <a:lnTo>
                    <a:pt x="212849" y="1083530"/>
                  </a:lnTo>
                  <a:lnTo>
                    <a:pt x="488535" y="1083530"/>
                  </a:lnTo>
                  <a:lnTo>
                    <a:pt x="488535" y="684266"/>
                  </a:lnTo>
                  <a:cubicBezTo>
                    <a:pt x="488535" y="440432"/>
                    <a:pt x="517894" y="332708"/>
                    <a:pt x="760970" y="332708"/>
                  </a:cubicBezTo>
                  <a:lnTo>
                    <a:pt x="840274" y="332708"/>
                  </a:lnTo>
                  <a:lnTo>
                    <a:pt x="840274" y="2456"/>
                  </a:lnTo>
                  <a:lnTo>
                    <a:pt x="826153" y="2456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F085DE45-19F7-4B9F-6159-6BA76694BB0D}"/>
                </a:ext>
              </a:extLst>
            </p:cNvPr>
            <p:cNvSpPr/>
            <p:nvPr/>
          </p:nvSpPr>
          <p:spPr>
            <a:xfrm>
              <a:off x="7188817" y="4190765"/>
              <a:ext cx="848471" cy="1094074"/>
            </a:xfrm>
            <a:custGeom>
              <a:avLst/>
              <a:gdLst>
                <a:gd name="connsiteX0" fmla="*/ 834171 w 848471"/>
                <a:gd name="connsiteY0" fmla="*/ 2528 h 1094074"/>
                <a:gd name="connsiteX1" fmla="*/ 466542 w 848471"/>
                <a:gd name="connsiteY1" fmla="*/ 345022 h 1094074"/>
                <a:gd name="connsiteX2" fmla="*/ 457478 w 848471"/>
                <a:gd name="connsiteY2" fmla="*/ 345094 h 1094074"/>
                <a:gd name="connsiteX3" fmla="*/ 468636 w 848471"/>
                <a:gd name="connsiteY3" fmla="*/ 156296 h 1094074"/>
                <a:gd name="connsiteX4" fmla="*/ 468348 w 848471"/>
                <a:gd name="connsiteY4" fmla="*/ 0 h 1094074"/>
                <a:gd name="connsiteX5" fmla="*/ 83204 w 848471"/>
                <a:gd name="connsiteY5" fmla="*/ 0 h 1094074"/>
                <a:gd name="connsiteX6" fmla="*/ 0 w 848471"/>
                <a:gd name="connsiteY6" fmla="*/ 227078 h 1094074"/>
                <a:gd name="connsiteX7" fmla="*/ 214944 w 848471"/>
                <a:gd name="connsiteY7" fmla="*/ 227078 h 1094074"/>
                <a:gd name="connsiteX8" fmla="*/ 214944 w 848471"/>
                <a:gd name="connsiteY8" fmla="*/ 1094075 h 1094074"/>
                <a:gd name="connsiteX9" fmla="*/ 493302 w 848471"/>
                <a:gd name="connsiteY9" fmla="*/ 1094075 h 1094074"/>
                <a:gd name="connsiteX10" fmla="*/ 493302 w 848471"/>
                <a:gd name="connsiteY10" fmla="*/ 690911 h 1094074"/>
                <a:gd name="connsiteX11" fmla="*/ 768409 w 848471"/>
                <a:gd name="connsiteY11" fmla="*/ 335958 h 1094074"/>
                <a:gd name="connsiteX12" fmla="*/ 848471 w 848471"/>
                <a:gd name="connsiteY12" fmla="*/ 335958 h 1094074"/>
                <a:gd name="connsiteX13" fmla="*/ 848471 w 848471"/>
                <a:gd name="connsiteY13" fmla="*/ 2528 h 1094074"/>
                <a:gd name="connsiteX14" fmla="*/ 834207 w 848471"/>
                <a:gd name="connsiteY14" fmla="*/ 2528 h 109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8471" h="1094074">
                  <a:moveTo>
                    <a:pt x="834171" y="2528"/>
                  </a:moveTo>
                  <a:cubicBezTo>
                    <a:pt x="646962" y="2528"/>
                    <a:pt x="495649" y="120942"/>
                    <a:pt x="466542" y="345022"/>
                  </a:cubicBezTo>
                  <a:lnTo>
                    <a:pt x="457478" y="345094"/>
                  </a:lnTo>
                  <a:lnTo>
                    <a:pt x="468636" y="156296"/>
                  </a:lnTo>
                  <a:lnTo>
                    <a:pt x="468348" y="0"/>
                  </a:lnTo>
                  <a:lnTo>
                    <a:pt x="83204" y="0"/>
                  </a:lnTo>
                  <a:lnTo>
                    <a:pt x="0" y="227078"/>
                  </a:lnTo>
                  <a:lnTo>
                    <a:pt x="214944" y="227078"/>
                  </a:lnTo>
                  <a:lnTo>
                    <a:pt x="214944" y="1094075"/>
                  </a:lnTo>
                  <a:lnTo>
                    <a:pt x="493302" y="1094075"/>
                  </a:lnTo>
                  <a:lnTo>
                    <a:pt x="493302" y="690911"/>
                  </a:lnTo>
                  <a:cubicBezTo>
                    <a:pt x="493302" y="444730"/>
                    <a:pt x="522950" y="335958"/>
                    <a:pt x="768409" y="335958"/>
                  </a:cubicBezTo>
                  <a:lnTo>
                    <a:pt x="848471" y="335958"/>
                  </a:lnTo>
                  <a:lnTo>
                    <a:pt x="848471" y="2528"/>
                  </a:lnTo>
                  <a:lnTo>
                    <a:pt x="834207" y="25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9D041F8A-3DA6-90C1-8650-A882AEC33792}"/>
                </a:ext>
              </a:extLst>
            </p:cNvPr>
            <p:cNvSpPr/>
            <p:nvPr/>
          </p:nvSpPr>
          <p:spPr>
            <a:xfrm>
              <a:off x="7359955" y="2808294"/>
              <a:ext cx="682026" cy="1086021"/>
            </a:xfrm>
            <a:custGeom>
              <a:avLst/>
              <a:gdLst>
                <a:gd name="connsiteX0" fmla="*/ 0 w 682026"/>
                <a:gd name="connsiteY0" fmla="*/ 1086021 h 1086021"/>
                <a:gd name="connsiteX1" fmla="*/ 286772 w 682026"/>
                <a:gd name="connsiteY1" fmla="*/ 1086021 h 1086021"/>
                <a:gd name="connsiteX2" fmla="*/ 682027 w 682026"/>
                <a:gd name="connsiteY2" fmla="*/ 0 h 1086021"/>
                <a:gd name="connsiteX3" fmla="*/ 395291 w 682026"/>
                <a:gd name="connsiteY3" fmla="*/ 0 h 1086021"/>
                <a:gd name="connsiteX4" fmla="*/ 0 w 682026"/>
                <a:gd name="connsiteY4" fmla="*/ 1086021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026" h="1086021">
                  <a:moveTo>
                    <a:pt x="0" y="1086021"/>
                  </a:moveTo>
                  <a:lnTo>
                    <a:pt x="286772" y="1086021"/>
                  </a:lnTo>
                  <a:lnTo>
                    <a:pt x="682027" y="0"/>
                  </a:lnTo>
                  <a:lnTo>
                    <a:pt x="395291" y="0"/>
                  </a:lnTo>
                  <a:lnTo>
                    <a:pt x="0" y="1086021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6F6DEC85-5458-773A-3EF5-3193B46AA606}"/>
                </a:ext>
              </a:extLst>
            </p:cNvPr>
            <p:cNvSpPr/>
            <p:nvPr/>
          </p:nvSpPr>
          <p:spPr>
            <a:xfrm>
              <a:off x="3838015" y="4167870"/>
              <a:ext cx="1029649" cy="1116969"/>
            </a:xfrm>
            <a:custGeom>
              <a:avLst/>
              <a:gdLst>
                <a:gd name="connsiteX0" fmla="*/ 671879 w 1029649"/>
                <a:gd name="connsiteY0" fmla="*/ 898668 h 1116969"/>
                <a:gd name="connsiteX1" fmla="*/ 329385 w 1029649"/>
                <a:gd name="connsiteY1" fmla="*/ 1116970 h 1116969"/>
                <a:gd name="connsiteX2" fmla="*/ 0 w 1029649"/>
                <a:gd name="connsiteY2" fmla="*/ 837601 h 1116969"/>
                <a:gd name="connsiteX3" fmla="*/ 390452 w 1029649"/>
                <a:gd name="connsiteY3" fmla="*/ 499477 h 1116969"/>
                <a:gd name="connsiteX4" fmla="*/ 669676 w 1029649"/>
                <a:gd name="connsiteY4" fmla="*/ 416598 h 1116969"/>
                <a:gd name="connsiteX5" fmla="*/ 669676 w 1029649"/>
                <a:gd name="connsiteY5" fmla="*/ 392619 h 1116969"/>
                <a:gd name="connsiteX6" fmla="*/ 484273 w 1029649"/>
                <a:gd name="connsiteY6" fmla="*/ 224658 h 1116969"/>
                <a:gd name="connsiteX7" fmla="*/ 235600 w 1029649"/>
                <a:gd name="connsiteY7" fmla="*/ 383916 h 1116969"/>
                <a:gd name="connsiteX8" fmla="*/ 8739 w 1029649"/>
                <a:gd name="connsiteY8" fmla="*/ 261746 h 1116969"/>
                <a:gd name="connsiteX9" fmla="*/ 514825 w 1029649"/>
                <a:gd name="connsiteY9" fmla="*/ 0 h 1116969"/>
                <a:gd name="connsiteX10" fmla="*/ 966379 w 1029649"/>
                <a:gd name="connsiteY10" fmla="*/ 410097 h 1116969"/>
                <a:gd name="connsiteX11" fmla="*/ 966379 w 1029649"/>
                <a:gd name="connsiteY11" fmla="*/ 763498 h 1116969"/>
                <a:gd name="connsiteX12" fmla="*/ 1029649 w 1029649"/>
                <a:gd name="connsiteY12" fmla="*/ 1114189 h 1116969"/>
                <a:gd name="connsiteX13" fmla="*/ 726446 w 1029649"/>
                <a:gd name="connsiteY13" fmla="*/ 1114189 h 1116969"/>
                <a:gd name="connsiteX14" fmla="*/ 671915 w 1029649"/>
                <a:gd name="connsiteY14" fmla="*/ 898740 h 1116969"/>
                <a:gd name="connsiteX15" fmla="*/ 677152 w 1029649"/>
                <a:gd name="connsiteY15" fmla="*/ 712615 h 1116969"/>
                <a:gd name="connsiteX16" fmla="*/ 677152 w 1029649"/>
                <a:gd name="connsiteY16" fmla="*/ 544473 h 1116969"/>
                <a:gd name="connsiteX17" fmla="*/ 677152 w 1029649"/>
                <a:gd name="connsiteY17" fmla="*/ 544473 h 1116969"/>
                <a:gd name="connsiteX18" fmla="*/ 533170 w 1029649"/>
                <a:gd name="connsiteY18" fmla="*/ 606334 h 1116969"/>
                <a:gd name="connsiteX19" fmla="*/ 308476 w 1029649"/>
                <a:gd name="connsiteY19" fmla="*/ 784588 h 1116969"/>
                <a:gd name="connsiteX20" fmla="*/ 441552 w 1029649"/>
                <a:gd name="connsiteY20" fmla="*/ 919830 h 1116969"/>
                <a:gd name="connsiteX21" fmla="*/ 677152 w 1029649"/>
                <a:gd name="connsiteY21" fmla="*/ 712615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9649" h="1116969">
                  <a:moveTo>
                    <a:pt x="671879" y="898668"/>
                  </a:moveTo>
                  <a:cubicBezTo>
                    <a:pt x="621068" y="1043155"/>
                    <a:pt x="486476" y="1116970"/>
                    <a:pt x="329385" y="1116970"/>
                  </a:cubicBezTo>
                  <a:cubicBezTo>
                    <a:pt x="119967" y="1116970"/>
                    <a:pt x="0" y="1018635"/>
                    <a:pt x="0" y="837601"/>
                  </a:cubicBezTo>
                  <a:cubicBezTo>
                    <a:pt x="0" y="630350"/>
                    <a:pt x="163591" y="545304"/>
                    <a:pt x="390452" y="499477"/>
                  </a:cubicBezTo>
                  <a:cubicBezTo>
                    <a:pt x="578058" y="460222"/>
                    <a:pt x="660937" y="440577"/>
                    <a:pt x="669676" y="416598"/>
                  </a:cubicBezTo>
                  <a:lnTo>
                    <a:pt x="669676" y="392619"/>
                  </a:lnTo>
                  <a:cubicBezTo>
                    <a:pt x="669676" y="287928"/>
                    <a:pt x="617313" y="224658"/>
                    <a:pt x="484273" y="224658"/>
                  </a:cubicBezTo>
                  <a:cubicBezTo>
                    <a:pt x="351233" y="224658"/>
                    <a:pt x="270485" y="303167"/>
                    <a:pt x="235600" y="383916"/>
                  </a:cubicBezTo>
                  <a:lnTo>
                    <a:pt x="8739" y="261746"/>
                  </a:lnTo>
                  <a:cubicBezTo>
                    <a:pt x="87285" y="100321"/>
                    <a:pt x="279224" y="0"/>
                    <a:pt x="514825" y="0"/>
                  </a:cubicBezTo>
                  <a:cubicBezTo>
                    <a:pt x="822398" y="0"/>
                    <a:pt x="966379" y="143982"/>
                    <a:pt x="966379" y="410097"/>
                  </a:cubicBezTo>
                  <a:lnTo>
                    <a:pt x="966379" y="763498"/>
                  </a:lnTo>
                  <a:cubicBezTo>
                    <a:pt x="966379" y="990358"/>
                    <a:pt x="992561" y="1083674"/>
                    <a:pt x="1029649" y="1114189"/>
                  </a:cubicBezTo>
                  <a:lnTo>
                    <a:pt x="726446" y="1114189"/>
                  </a:lnTo>
                  <a:cubicBezTo>
                    <a:pt x="700264" y="1090210"/>
                    <a:pt x="678452" y="1023077"/>
                    <a:pt x="671915" y="898740"/>
                  </a:cubicBezTo>
                  <a:close/>
                  <a:moveTo>
                    <a:pt x="677152" y="712615"/>
                  </a:moveTo>
                  <a:lnTo>
                    <a:pt x="677152" y="544473"/>
                  </a:lnTo>
                  <a:lnTo>
                    <a:pt x="677152" y="544473"/>
                  </a:lnTo>
                  <a:cubicBezTo>
                    <a:pt x="647575" y="571811"/>
                    <a:pt x="611715" y="582356"/>
                    <a:pt x="533170" y="606334"/>
                  </a:cubicBezTo>
                  <a:cubicBezTo>
                    <a:pt x="384855" y="647792"/>
                    <a:pt x="308476" y="686433"/>
                    <a:pt x="308476" y="784588"/>
                  </a:cubicBezTo>
                  <a:cubicBezTo>
                    <a:pt x="308476" y="871836"/>
                    <a:pt x="369543" y="919830"/>
                    <a:pt x="441552" y="919830"/>
                  </a:cubicBezTo>
                  <a:cubicBezTo>
                    <a:pt x="550612" y="919830"/>
                    <a:pt x="655340" y="839118"/>
                    <a:pt x="677152" y="71261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C0842ABE-0DD4-54DC-4BFC-683648A190BD}"/>
                </a:ext>
              </a:extLst>
            </p:cNvPr>
            <p:cNvSpPr/>
            <p:nvPr/>
          </p:nvSpPr>
          <p:spPr>
            <a:xfrm>
              <a:off x="8099474" y="4191379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7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6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7"/>
                    <a:pt x="438410" y="1100177"/>
                  </a:cubicBezTo>
                  <a:cubicBezTo>
                    <a:pt x="257159" y="1100177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1E9155BF-DFCA-04F7-1CBE-CEBC78D92D4D}"/>
                </a:ext>
              </a:extLst>
            </p:cNvPr>
            <p:cNvSpPr/>
            <p:nvPr/>
          </p:nvSpPr>
          <p:spPr>
            <a:xfrm>
              <a:off x="8099474" y="2807536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8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7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8"/>
                    <a:pt x="438410" y="1100178"/>
                  </a:cubicBezTo>
                  <a:cubicBezTo>
                    <a:pt x="257159" y="1100178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3609761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variant -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9672C7E-019D-FBA3-7F09-750C25D0C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4800" y="304800"/>
            <a:ext cx="11588400" cy="54612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276053-E50C-CB63-D92A-41737B158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4410000"/>
            <a:ext cx="9000000" cy="36000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3FFB69B-3E28-CA70-1686-15A87280500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0000" y="4789050"/>
            <a:ext cx="9000000" cy="360000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D72957C-E4A1-D746-E9BB-011A50F22C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000" y="5277525"/>
            <a:ext cx="9000000" cy="360000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Name, Date, Year</a:t>
            </a:r>
            <a:endParaRPr lang="en-GB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58F1B58-EAC1-901B-D382-98309E0F42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1963" y="6164039"/>
            <a:ext cx="1080000" cy="45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70873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variant - true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9672C7E-019D-FBA3-7F09-750C25D0C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4800" y="304800"/>
            <a:ext cx="11588400" cy="54612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276053-E50C-CB63-D92A-41737B158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4410000"/>
            <a:ext cx="9000000" cy="36000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3FFB69B-3E28-CA70-1686-15A87280500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0000" y="4789050"/>
            <a:ext cx="9000000" cy="360000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D72957C-E4A1-D746-E9BB-011A50F22C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000" y="5277525"/>
            <a:ext cx="9000000" cy="360000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Name, Date, Year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E0962-8B10-37C3-6F28-5BA9F8CA0812}"/>
              </a:ext>
            </a:extLst>
          </p:cNvPr>
          <p:cNvSpPr txBox="1"/>
          <p:nvPr userDrawn="1"/>
        </p:nvSpPr>
        <p:spPr>
          <a:xfrm>
            <a:off x="-6392332" y="30480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Bitte halten Sie sich an folgende Anweisungen, wenn Sie diese Folienvorlage verwenden: </a:t>
            </a:r>
          </a:p>
          <a:p>
            <a:b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</a:b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Sie haben die Möglichkeit, eine andere Farbe für den Hintergrund der Deckblätter, der Trennfolien und der Abschlussfolien aus den folgenden Optionen zu wählen:</a:t>
            </a:r>
          </a:p>
          <a:p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Weiß</a:t>
            </a: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Indigo </a:t>
            </a:r>
            <a:r>
              <a:rPr lang="de-DE" sz="1200" i="1" err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Dye</a:t>
            </a:r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- True Blue oder eine beliebige Farbe aus der "Vision"-Farbpalette </a:t>
            </a: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(siehe Folie 2).</a:t>
            </a:r>
            <a:endParaRPr lang="en-US" sz="120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D5D2939-6523-EA85-F8B2-A661D472749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811963" y="6165234"/>
            <a:ext cx="1080000" cy="453765"/>
            <a:chOff x="1721984" y="2257682"/>
            <a:chExt cx="7247953" cy="3045250"/>
          </a:xfrm>
        </p:grpSpPr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5A235CA9-47E7-94DF-016C-386268689B02}"/>
                </a:ext>
              </a:extLst>
            </p:cNvPr>
            <p:cNvSpPr/>
            <p:nvPr/>
          </p:nvSpPr>
          <p:spPr>
            <a:xfrm>
              <a:off x="1721984" y="4167798"/>
              <a:ext cx="1948179" cy="1135134"/>
            </a:xfrm>
            <a:custGeom>
              <a:avLst/>
              <a:gdLst>
                <a:gd name="connsiteX0" fmla="*/ 1948179 w 1948179"/>
                <a:gd name="connsiteY0" fmla="*/ 391066 h 1135134"/>
                <a:gd name="connsiteX1" fmla="*/ 1641834 w 1948179"/>
                <a:gd name="connsiteY1" fmla="*/ 0 h 1135134"/>
                <a:gd name="connsiteX2" fmla="*/ 1272508 w 1948179"/>
                <a:gd name="connsiteY2" fmla="*/ 302012 h 1135134"/>
                <a:gd name="connsiteX3" fmla="*/ 1257305 w 1948179"/>
                <a:gd name="connsiteY3" fmla="*/ 302012 h 1135134"/>
                <a:gd name="connsiteX4" fmla="*/ 955329 w 1948179"/>
                <a:gd name="connsiteY4" fmla="*/ 0 h 1135134"/>
                <a:gd name="connsiteX5" fmla="*/ 581633 w 1948179"/>
                <a:gd name="connsiteY5" fmla="*/ 312846 h 1135134"/>
                <a:gd name="connsiteX6" fmla="*/ 566177 w 1948179"/>
                <a:gd name="connsiteY6" fmla="*/ 312846 h 1135134"/>
                <a:gd name="connsiteX7" fmla="*/ 333646 w 1948179"/>
                <a:gd name="connsiteY7" fmla="*/ 28240 h 1135134"/>
                <a:gd name="connsiteX8" fmla="*/ 223972 w 1948179"/>
                <a:gd name="connsiteY8" fmla="*/ 10870 h 1135134"/>
                <a:gd name="connsiteX9" fmla="*/ 0 w 1948179"/>
                <a:gd name="connsiteY9" fmla="*/ 10870 h 1135134"/>
                <a:gd name="connsiteX10" fmla="*/ 0 w 1948179"/>
                <a:gd name="connsiteY10" fmla="*/ 257990 h 1135134"/>
                <a:gd name="connsiteX11" fmla="*/ 283991 w 1948179"/>
                <a:gd name="connsiteY11" fmla="*/ 258099 h 1135134"/>
                <a:gd name="connsiteX12" fmla="*/ 283991 w 1948179"/>
                <a:gd name="connsiteY12" fmla="*/ 1116717 h 1135134"/>
                <a:gd name="connsiteX13" fmla="*/ 585967 w 1948179"/>
                <a:gd name="connsiteY13" fmla="*/ 1116717 h 1135134"/>
                <a:gd name="connsiteX14" fmla="*/ 585967 w 1948179"/>
                <a:gd name="connsiteY14" fmla="*/ 562710 h 1135134"/>
                <a:gd name="connsiteX15" fmla="*/ 597342 w 1948179"/>
                <a:gd name="connsiteY15" fmla="*/ 466506 h 1135134"/>
                <a:gd name="connsiteX16" fmla="*/ 820592 w 1948179"/>
                <a:gd name="connsiteY16" fmla="*/ 254198 h 1135134"/>
                <a:gd name="connsiteX17" fmla="*/ 968330 w 1948179"/>
                <a:gd name="connsiteY17" fmla="*/ 473656 h 1135134"/>
                <a:gd name="connsiteX18" fmla="*/ 968330 w 1948179"/>
                <a:gd name="connsiteY18" fmla="*/ 1116753 h 1135134"/>
                <a:gd name="connsiteX19" fmla="*/ 1270305 w 1948179"/>
                <a:gd name="connsiteY19" fmla="*/ 1116753 h 1135134"/>
                <a:gd name="connsiteX20" fmla="*/ 1270305 w 1948179"/>
                <a:gd name="connsiteY20" fmla="*/ 549710 h 1135134"/>
                <a:gd name="connsiteX21" fmla="*/ 1511467 w 1948179"/>
                <a:gd name="connsiteY21" fmla="*/ 254234 h 1135134"/>
                <a:gd name="connsiteX22" fmla="*/ 1644001 w 1948179"/>
                <a:gd name="connsiteY22" fmla="*/ 473692 h 1135134"/>
                <a:gd name="connsiteX23" fmla="*/ 1644001 w 1948179"/>
                <a:gd name="connsiteY23" fmla="*/ 833231 h 1135134"/>
                <a:gd name="connsiteX24" fmla="*/ 1948179 w 1948179"/>
                <a:gd name="connsiteY24" fmla="*/ 1135135 h 1135134"/>
                <a:gd name="connsiteX25" fmla="*/ 1948179 w 1948179"/>
                <a:gd name="connsiteY25" fmla="*/ 391102 h 113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179" h="1135134">
                  <a:moveTo>
                    <a:pt x="1948179" y="391066"/>
                  </a:moveTo>
                  <a:cubicBezTo>
                    <a:pt x="1948179" y="149904"/>
                    <a:pt x="1852589" y="0"/>
                    <a:pt x="1641834" y="0"/>
                  </a:cubicBezTo>
                  <a:cubicBezTo>
                    <a:pt x="1468023" y="0"/>
                    <a:pt x="1335489" y="108627"/>
                    <a:pt x="1272508" y="302012"/>
                  </a:cubicBezTo>
                  <a:lnTo>
                    <a:pt x="1257305" y="302012"/>
                  </a:lnTo>
                  <a:cubicBezTo>
                    <a:pt x="1239934" y="128201"/>
                    <a:pt x="1142141" y="0"/>
                    <a:pt x="955329" y="0"/>
                  </a:cubicBezTo>
                  <a:cubicBezTo>
                    <a:pt x="768517" y="0"/>
                    <a:pt x="640317" y="115128"/>
                    <a:pt x="581633" y="312846"/>
                  </a:cubicBezTo>
                  <a:lnTo>
                    <a:pt x="566177" y="312846"/>
                  </a:lnTo>
                  <a:cubicBezTo>
                    <a:pt x="527067" y="181539"/>
                    <a:pt x="455238" y="69770"/>
                    <a:pt x="333646" y="28240"/>
                  </a:cubicBezTo>
                  <a:cubicBezTo>
                    <a:pt x="300820" y="17009"/>
                    <a:pt x="264382" y="10870"/>
                    <a:pt x="223972" y="10870"/>
                  </a:cubicBezTo>
                  <a:lnTo>
                    <a:pt x="0" y="10870"/>
                  </a:lnTo>
                  <a:lnTo>
                    <a:pt x="0" y="257990"/>
                  </a:lnTo>
                  <a:lnTo>
                    <a:pt x="283991" y="258099"/>
                  </a:lnTo>
                  <a:lnTo>
                    <a:pt x="283991" y="1116717"/>
                  </a:lnTo>
                  <a:lnTo>
                    <a:pt x="585967" y="1116717"/>
                  </a:lnTo>
                  <a:lnTo>
                    <a:pt x="585967" y="562710"/>
                  </a:lnTo>
                  <a:cubicBezTo>
                    <a:pt x="586725" y="527536"/>
                    <a:pt x="590806" y="495613"/>
                    <a:pt x="597342" y="466506"/>
                  </a:cubicBezTo>
                  <a:cubicBezTo>
                    <a:pt x="629158" y="324727"/>
                    <a:pt x="723268" y="254198"/>
                    <a:pt x="820592" y="254198"/>
                  </a:cubicBezTo>
                  <a:cubicBezTo>
                    <a:pt x="917916" y="254198"/>
                    <a:pt x="968330" y="297642"/>
                    <a:pt x="968330" y="473656"/>
                  </a:cubicBezTo>
                  <a:lnTo>
                    <a:pt x="968330" y="1116753"/>
                  </a:lnTo>
                  <a:lnTo>
                    <a:pt x="1270305" y="1116753"/>
                  </a:lnTo>
                  <a:lnTo>
                    <a:pt x="1270305" y="549710"/>
                  </a:lnTo>
                  <a:cubicBezTo>
                    <a:pt x="1292045" y="330288"/>
                    <a:pt x="1405006" y="254234"/>
                    <a:pt x="1511467" y="254234"/>
                  </a:cubicBezTo>
                  <a:cubicBezTo>
                    <a:pt x="1617927" y="254234"/>
                    <a:pt x="1644001" y="328121"/>
                    <a:pt x="1644001" y="473692"/>
                  </a:cubicBezTo>
                  <a:lnTo>
                    <a:pt x="1644001" y="833231"/>
                  </a:lnTo>
                  <a:cubicBezTo>
                    <a:pt x="1644001" y="1005923"/>
                    <a:pt x="1755662" y="1125384"/>
                    <a:pt x="1948179" y="1135135"/>
                  </a:cubicBezTo>
                  <a:lnTo>
                    <a:pt x="1948179" y="39110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63274F03-DBBC-29D0-96CB-C5F36B710033}"/>
                </a:ext>
              </a:extLst>
            </p:cNvPr>
            <p:cNvSpPr/>
            <p:nvPr/>
          </p:nvSpPr>
          <p:spPr>
            <a:xfrm>
              <a:off x="5035697" y="4193979"/>
              <a:ext cx="910332" cy="1088477"/>
            </a:xfrm>
            <a:custGeom>
              <a:avLst/>
              <a:gdLst>
                <a:gd name="connsiteX0" fmla="*/ 326785 w 910332"/>
                <a:gd name="connsiteY0" fmla="*/ 851469 h 1088477"/>
                <a:gd name="connsiteX1" fmla="*/ 897296 w 910332"/>
                <a:gd name="connsiteY1" fmla="*/ 235817 h 1088477"/>
                <a:gd name="connsiteX2" fmla="*/ 897296 w 910332"/>
                <a:gd name="connsiteY2" fmla="*/ 5381 h 1088477"/>
                <a:gd name="connsiteX3" fmla="*/ 897296 w 910332"/>
                <a:gd name="connsiteY3" fmla="*/ 5381 h 1088477"/>
                <a:gd name="connsiteX4" fmla="*/ 897296 w 910332"/>
                <a:gd name="connsiteY4" fmla="*/ 0 h 1088477"/>
                <a:gd name="connsiteX5" fmla="*/ 22535 w 910332"/>
                <a:gd name="connsiteY5" fmla="*/ 0 h 1088477"/>
                <a:gd name="connsiteX6" fmla="*/ 22535 w 910332"/>
                <a:gd name="connsiteY6" fmla="*/ 225958 h 1088477"/>
                <a:gd name="connsiteX7" fmla="*/ 600629 w 910332"/>
                <a:gd name="connsiteY7" fmla="*/ 225958 h 1088477"/>
                <a:gd name="connsiteX8" fmla="*/ 0 w 910332"/>
                <a:gd name="connsiteY8" fmla="*/ 868947 h 1088477"/>
                <a:gd name="connsiteX9" fmla="*/ 0 w 910332"/>
                <a:gd name="connsiteY9" fmla="*/ 1088477 h 1088477"/>
                <a:gd name="connsiteX10" fmla="*/ 910333 w 910332"/>
                <a:gd name="connsiteY10" fmla="*/ 1088477 h 1088477"/>
                <a:gd name="connsiteX11" fmla="*/ 910333 w 910332"/>
                <a:gd name="connsiteY11" fmla="*/ 851469 h 1088477"/>
                <a:gd name="connsiteX12" fmla="*/ 326785 w 910332"/>
                <a:gd name="connsiteY12" fmla="*/ 851469 h 10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0332" h="1088477">
                  <a:moveTo>
                    <a:pt x="326785" y="851469"/>
                  </a:moveTo>
                  <a:lnTo>
                    <a:pt x="897296" y="235817"/>
                  </a:lnTo>
                  <a:lnTo>
                    <a:pt x="897296" y="5381"/>
                  </a:lnTo>
                  <a:lnTo>
                    <a:pt x="897296" y="5381"/>
                  </a:lnTo>
                  <a:lnTo>
                    <a:pt x="897296" y="0"/>
                  </a:lnTo>
                  <a:lnTo>
                    <a:pt x="22535" y="0"/>
                  </a:lnTo>
                  <a:lnTo>
                    <a:pt x="22535" y="225958"/>
                  </a:lnTo>
                  <a:lnTo>
                    <a:pt x="600629" y="225958"/>
                  </a:lnTo>
                  <a:lnTo>
                    <a:pt x="0" y="868947"/>
                  </a:lnTo>
                  <a:lnTo>
                    <a:pt x="0" y="1088477"/>
                  </a:lnTo>
                  <a:lnTo>
                    <a:pt x="910333" y="1088477"/>
                  </a:lnTo>
                  <a:lnTo>
                    <a:pt x="910333" y="851469"/>
                  </a:lnTo>
                  <a:lnTo>
                    <a:pt x="326785" y="851469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C7CB5B95-A624-13F1-668C-AD7E646B3095}"/>
                </a:ext>
              </a:extLst>
            </p:cNvPr>
            <p:cNvSpPr/>
            <p:nvPr/>
          </p:nvSpPr>
          <p:spPr>
            <a:xfrm>
              <a:off x="6099401" y="4169495"/>
              <a:ext cx="1028023" cy="1115344"/>
            </a:xfrm>
            <a:custGeom>
              <a:avLst/>
              <a:gdLst>
                <a:gd name="connsiteX0" fmla="*/ 670832 w 1028023"/>
                <a:gd name="connsiteY0" fmla="*/ 897368 h 1115344"/>
                <a:gd name="connsiteX1" fmla="*/ 328879 w 1028023"/>
                <a:gd name="connsiteY1" fmla="*/ 1115345 h 1115344"/>
                <a:gd name="connsiteX2" fmla="*/ 0 w 1028023"/>
                <a:gd name="connsiteY2" fmla="*/ 836373 h 1115344"/>
                <a:gd name="connsiteX3" fmla="*/ 389874 w 1028023"/>
                <a:gd name="connsiteY3" fmla="*/ 498754 h 1115344"/>
                <a:gd name="connsiteX4" fmla="*/ 668665 w 1028023"/>
                <a:gd name="connsiteY4" fmla="*/ 415984 h 1115344"/>
                <a:gd name="connsiteX5" fmla="*/ 668665 w 1028023"/>
                <a:gd name="connsiteY5" fmla="*/ 392041 h 1115344"/>
                <a:gd name="connsiteX6" fmla="*/ 483515 w 1028023"/>
                <a:gd name="connsiteY6" fmla="*/ 224333 h 1115344"/>
                <a:gd name="connsiteX7" fmla="*/ 235203 w 1028023"/>
                <a:gd name="connsiteY7" fmla="*/ 383338 h 1115344"/>
                <a:gd name="connsiteX8" fmla="*/ 8703 w 1028023"/>
                <a:gd name="connsiteY8" fmla="*/ 261349 h 1115344"/>
                <a:gd name="connsiteX9" fmla="*/ 513994 w 1028023"/>
                <a:gd name="connsiteY9" fmla="*/ 0 h 1115344"/>
                <a:gd name="connsiteX10" fmla="*/ 964863 w 1028023"/>
                <a:gd name="connsiteY10" fmla="*/ 409483 h 1115344"/>
                <a:gd name="connsiteX11" fmla="*/ 964863 w 1028023"/>
                <a:gd name="connsiteY11" fmla="*/ 762342 h 1115344"/>
                <a:gd name="connsiteX12" fmla="*/ 1028024 w 1028023"/>
                <a:gd name="connsiteY12" fmla="*/ 1112528 h 1115344"/>
                <a:gd name="connsiteX13" fmla="*/ 725290 w 1028023"/>
                <a:gd name="connsiteY13" fmla="*/ 1112528 h 1115344"/>
                <a:gd name="connsiteX14" fmla="*/ 670832 w 1028023"/>
                <a:gd name="connsiteY14" fmla="*/ 897404 h 1115344"/>
                <a:gd name="connsiteX15" fmla="*/ 676104 w 1028023"/>
                <a:gd name="connsiteY15" fmla="*/ 711603 h 1115344"/>
                <a:gd name="connsiteX16" fmla="*/ 676104 w 1028023"/>
                <a:gd name="connsiteY16" fmla="*/ 543715 h 1115344"/>
                <a:gd name="connsiteX17" fmla="*/ 676104 w 1028023"/>
                <a:gd name="connsiteY17" fmla="*/ 543715 h 1115344"/>
                <a:gd name="connsiteX18" fmla="*/ 532339 w 1028023"/>
                <a:gd name="connsiteY18" fmla="*/ 605468 h 1115344"/>
                <a:gd name="connsiteX19" fmla="*/ 308006 w 1028023"/>
                <a:gd name="connsiteY19" fmla="*/ 783468 h 1115344"/>
                <a:gd name="connsiteX20" fmla="*/ 440865 w 1028023"/>
                <a:gd name="connsiteY20" fmla="*/ 918494 h 1115344"/>
                <a:gd name="connsiteX21" fmla="*/ 676104 w 1028023"/>
                <a:gd name="connsiteY21" fmla="*/ 711567 h 111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8023" h="1115344">
                  <a:moveTo>
                    <a:pt x="670832" y="897368"/>
                  </a:moveTo>
                  <a:cubicBezTo>
                    <a:pt x="620093" y="1041639"/>
                    <a:pt x="485681" y="1115345"/>
                    <a:pt x="328879" y="1115345"/>
                  </a:cubicBezTo>
                  <a:cubicBezTo>
                    <a:pt x="119786" y="1115345"/>
                    <a:pt x="0" y="1017154"/>
                    <a:pt x="0" y="836373"/>
                  </a:cubicBezTo>
                  <a:cubicBezTo>
                    <a:pt x="0" y="629447"/>
                    <a:pt x="163374" y="544509"/>
                    <a:pt x="389874" y="498754"/>
                  </a:cubicBezTo>
                  <a:cubicBezTo>
                    <a:pt x="577191" y="459536"/>
                    <a:pt x="659962" y="439963"/>
                    <a:pt x="668665" y="415984"/>
                  </a:cubicBezTo>
                  <a:lnTo>
                    <a:pt x="668665" y="392041"/>
                  </a:lnTo>
                  <a:cubicBezTo>
                    <a:pt x="668665" y="287494"/>
                    <a:pt x="616410" y="224333"/>
                    <a:pt x="483515" y="224333"/>
                  </a:cubicBezTo>
                  <a:cubicBezTo>
                    <a:pt x="350619" y="224333"/>
                    <a:pt x="270052" y="302734"/>
                    <a:pt x="235203" y="383338"/>
                  </a:cubicBezTo>
                  <a:lnTo>
                    <a:pt x="8703" y="261349"/>
                  </a:lnTo>
                  <a:cubicBezTo>
                    <a:pt x="87104" y="100177"/>
                    <a:pt x="278791" y="0"/>
                    <a:pt x="513994" y="0"/>
                  </a:cubicBezTo>
                  <a:cubicBezTo>
                    <a:pt x="821098" y="0"/>
                    <a:pt x="964863" y="143729"/>
                    <a:pt x="964863" y="409483"/>
                  </a:cubicBezTo>
                  <a:lnTo>
                    <a:pt x="964863" y="762342"/>
                  </a:lnTo>
                  <a:cubicBezTo>
                    <a:pt x="964863" y="988841"/>
                    <a:pt x="991008" y="1082013"/>
                    <a:pt x="1028024" y="1112528"/>
                  </a:cubicBezTo>
                  <a:lnTo>
                    <a:pt x="725290" y="1112528"/>
                  </a:lnTo>
                  <a:cubicBezTo>
                    <a:pt x="699144" y="1088585"/>
                    <a:pt x="677368" y="1021560"/>
                    <a:pt x="670832" y="897404"/>
                  </a:cubicBezTo>
                  <a:close/>
                  <a:moveTo>
                    <a:pt x="676104" y="711603"/>
                  </a:moveTo>
                  <a:lnTo>
                    <a:pt x="676104" y="543715"/>
                  </a:lnTo>
                  <a:lnTo>
                    <a:pt x="676104" y="543715"/>
                  </a:lnTo>
                  <a:cubicBezTo>
                    <a:pt x="646564" y="571016"/>
                    <a:pt x="610776" y="581525"/>
                    <a:pt x="532339" y="605468"/>
                  </a:cubicBezTo>
                  <a:cubicBezTo>
                    <a:pt x="384241" y="646853"/>
                    <a:pt x="308006" y="685458"/>
                    <a:pt x="308006" y="783468"/>
                  </a:cubicBezTo>
                  <a:cubicBezTo>
                    <a:pt x="308006" y="870608"/>
                    <a:pt x="369001" y="918494"/>
                    <a:pt x="440865" y="918494"/>
                  </a:cubicBezTo>
                  <a:cubicBezTo>
                    <a:pt x="549782" y="918494"/>
                    <a:pt x="654328" y="837926"/>
                    <a:pt x="676104" y="71156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BB5E5442-B2BF-9E43-FA89-7117DD6BB54F}"/>
                </a:ext>
              </a:extLst>
            </p:cNvPr>
            <p:cNvSpPr/>
            <p:nvPr/>
          </p:nvSpPr>
          <p:spPr>
            <a:xfrm>
              <a:off x="4301487" y="2782401"/>
              <a:ext cx="1066448" cy="1110650"/>
            </a:xfrm>
            <a:custGeom>
              <a:avLst/>
              <a:gdLst>
                <a:gd name="connsiteX0" fmla="*/ 0 w 1066448"/>
                <a:gd name="connsiteY0" fmla="*/ 556390 h 1110650"/>
                <a:gd name="connsiteX1" fmla="*/ 541657 w 1066448"/>
                <a:gd name="connsiteY1" fmla="*/ 0 h 1110650"/>
                <a:gd name="connsiteX2" fmla="*/ 1066448 w 1066448"/>
                <a:gd name="connsiteY2" fmla="*/ 545846 h 1110650"/>
                <a:gd name="connsiteX3" fmla="*/ 526923 w 1066448"/>
                <a:gd name="connsiteY3" fmla="*/ 1110650 h 1110650"/>
                <a:gd name="connsiteX4" fmla="*/ 36 w 1066448"/>
                <a:gd name="connsiteY4" fmla="*/ 556354 h 1110650"/>
                <a:gd name="connsiteX5" fmla="*/ 765051 w 1066448"/>
                <a:gd name="connsiteY5" fmla="*/ 550071 h 1110650"/>
                <a:gd name="connsiteX6" fmla="*/ 537431 w 1066448"/>
                <a:gd name="connsiteY6" fmla="*/ 216569 h 1110650"/>
                <a:gd name="connsiteX7" fmla="*/ 305587 w 1066448"/>
                <a:gd name="connsiteY7" fmla="*/ 547976 h 1110650"/>
                <a:gd name="connsiteX8" fmla="*/ 528981 w 1066448"/>
                <a:gd name="connsiteY8" fmla="*/ 892023 h 1110650"/>
                <a:gd name="connsiteX9" fmla="*/ 765051 w 1066448"/>
                <a:gd name="connsiteY9" fmla="*/ 550071 h 111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6448" h="1110650">
                  <a:moveTo>
                    <a:pt x="0" y="556390"/>
                  </a:moveTo>
                  <a:cubicBezTo>
                    <a:pt x="0" y="238164"/>
                    <a:pt x="198115" y="0"/>
                    <a:pt x="541657" y="0"/>
                  </a:cubicBezTo>
                  <a:cubicBezTo>
                    <a:pt x="885198" y="0"/>
                    <a:pt x="1066448" y="214980"/>
                    <a:pt x="1066448" y="545846"/>
                  </a:cubicBezTo>
                  <a:cubicBezTo>
                    <a:pt x="1066448" y="876711"/>
                    <a:pt x="868333" y="1110650"/>
                    <a:pt x="526923" y="1110650"/>
                  </a:cubicBezTo>
                  <a:cubicBezTo>
                    <a:pt x="185512" y="1110650"/>
                    <a:pt x="36" y="893576"/>
                    <a:pt x="36" y="556354"/>
                  </a:cubicBezTo>
                  <a:close/>
                  <a:moveTo>
                    <a:pt x="765051" y="550071"/>
                  </a:moveTo>
                  <a:cubicBezTo>
                    <a:pt x="765051" y="335091"/>
                    <a:pt x="689177" y="216569"/>
                    <a:pt x="537431" y="216569"/>
                  </a:cubicBezTo>
                  <a:cubicBezTo>
                    <a:pt x="385685" y="216569"/>
                    <a:pt x="305587" y="335127"/>
                    <a:pt x="305587" y="547976"/>
                  </a:cubicBezTo>
                  <a:cubicBezTo>
                    <a:pt x="305587" y="760825"/>
                    <a:pt x="379329" y="892023"/>
                    <a:pt x="528981" y="892023"/>
                  </a:cubicBezTo>
                  <a:cubicBezTo>
                    <a:pt x="678633" y="892023"/>
                    <a:pt x="765051" y="769276"/>
                    <a:pt x="765051" y="55007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5CED1109-3BAC-A922-E159-3C1C74E1CA46}"/>
                </a:ext>
              </a:extLst>
            </p:cNvPr>
            <p:cNvSpPr/>
            <p:nvPr/>
          </p:nvSpPr>
          <p:spPr>
            <a:xfrm>
              <a:off x="6410838" y="2808294"/>
              <a:ext cx="1066231" cy="1086021"/>
            </a:xfrm>
            <a:custGeom>
              <a:avLst/>
              <a:gdLst>
                <a:gd name="connsiteX0" fmla="*/ 0 w 1066231"/>
                <a:gd name="connsiteY0" fmla="*/ 1228 h 1086021"/>
                <a:gd name="connsiteX1" fmla="*/ 283955 w 1066231"/>
                <a:gd name="connsiteY1" fmla="*/ 1228 h 1086021"/>
                <a:gd name="connsiteX2" fmla="*/ 526381 w 1066231"/>
                <a:gd name="connsiteY2" fmla="*/ 790691 h 1086021"/>
                <a:gd name="connsiteX3" fmla="*/ 539381 w 1066231"/>
                <a:gd name="connsiteY3" fmla="*/ 790691 h 1086021"/>
                <a:gd name="connsiteX4" fmla="*/ 777545 w 1066231"/>
                <a:gd name="connsiteY4" fmla="*/ 0 h 1086021"/>
                <a:gd name="connsiteX5" fmla="*/ 1066232 w 1066231"/>
                <a:gd name="connsiteY5" fmla="*/ 0 h 1086021"/>
                <a:gd name="connsiteX6" fmla="*/ 675346 w 1066231"/>
                <a:gd name="connsiteY6" fmla="*/ 1086021 h 1086021"/>
                <a:gd name="connsiteX7" fmla="*/ 394821 w 1066231"/>
                <a:gd name="connsiteY7" fmla="*/ 1084866 h 1086021"/>
                <a:gd name="connsiteX8" fmla="*/ 0 w 1066231"/>
                <a:gd name="connsiteY8" fmla="*/ 1228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31" h="1086021">
                  <a:moveTo>
                    <a:pt x="0" y="1228"/>
                  </a:moveTo>
                  <a:lnTo>
                    <a:pt x="283955" y="1228"/>
                  </a:lnTo>
                  <a:lnTo>
                    <a:pt x="526381" y="790691"/>
                  </a:lnTo>
                  <a:lnTo>
                    <a:pt x="539381" y="790691"/>
                  </a:lnTo>
                  <a:lnTo>
                    <a:pt x="777545" y="0"/>
                  </a:lnTo>
                  <a:lnTo>
                    <a:pt x="1066232" y="0"/>
                  </a:lnTo>
                  <a:lnTo>
                    <a:pt x="675346" y="1086021"/>
                  </a:lnTo>
                  <a:lnTo>
                    <a:pt x="394821" y="1084866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4C8A3A19-D11A-42C6-6B97-F3C754A997B0}"/>
                </a:ext>
              </a:extLst>
            </p:cNvPr>
            <p:cNvSpPr/>
            <p:nvPr/>
          </p:nvSpPr>
          <p:spPr>
            <a:xfrm>
              <a:off x="3393430" y="2257682"/>
              <a:ext cx="851865" cy="1636633"/>
            </a:xfrm>
            <a:custGeom>
              <a:avLst/>
              <a:gdLst>
                <a:gd name="connsiteX0" fmla="*/ 561374 w 851865"/>
                <a:gd name="connsiteY0" fmla="*/ 396700 h 1636633"/>
                <a:gd name="connsiteX1" fmla="*/ 717454 w 851865"/>
                <a:gd name="connsiteY1" fmla="*/ 227619 h 1636633"/>
                <a:gd name="connsiteX2" fmla="*/ 851866 w 851865"/>
                <a:gd name="connsiteY2" fmla="*/ 247120 h 1636633"/>
                <a:gd name="connsiteX3" fmla="*/ 851866 w 851865"/>
                <a:gd name="connsiteY3" fmla="*/ 26001 h 1636633"/>
                <a:gd name="connsiteX4" fmla="*/ 648117 w 851865"/>
                <a:gd name="connsiteY4" fmla="*/ 0 h 1636633"/>
                <a:gd name="connsiteX5" fmla="*/ 277419 w 851865"/>
                <a:gd name="connsiteY5" fmla="*/ 381496 h 1636633"/>
                <a:gd name="connsiteX6" fmla="*/ 277419 w 851865"/>
                <a:gd name="connsiteY6" fmla="*/ 550576 h 1636633"/>
                <a:gd name="connsiteX7" fmla="*/ 85226 w 851865"/>
                <a:gd name="connsiteY7" fmla="*/ 550576 h 1636633"/>
                <a:gd name="connsiteX8" fmla="*/ 0 w 851865"/>
                <a:gd name="connsiteY8" fmla="*/ 784696 h 1636633"/>
                <a:gd name="connsiteX9" fmla="*/ 277419 w 851865"/>
                <a:gd name="connsiteY9" fmla="*/ 784696 h 1636633"/>
                <a:gd name="connsiteX10" fmla="*/ 277419 w 851865"/>
                <a:gd name="connsiteY10" fmla="*/ 1636634 h 1636633"/>
                <a:gd name="connsiteX11" fmla="*/ 561410 w 851865"/>
                <a:gd name="connsiteY11" fmla="*/ 1636634 h 1636633"/>
                <a:gd name="connsiteX12" fmla="*/ 561410 w 851865"/>
                <a:gd name="connsiteY12" fmla="*/ 767831 h 1636633"/>
                <a:gd name="connsiteX13" fmla="*/ 552743 w 851865"/>
                <a:gd name="connsiteY13" fmla="*/ 784732 h 1636633"/>
                <a:gd name="connsiteX14" fmla="*/ 822650 w 851865"/>
                <a:gd name="connsiteY14" fmla="*/ 784732 h 1636633"/>
                <a:gd name="connsiteX15" fmla="*/ 822650 w 851865"/>
                <a:gd name="connsiteY15" fmla="*/ 550612 h 1636633"/>
                <a:gd name="connsiteX16" fmla="*/ 552743 w 851865"/>
                <a:gd name="connsiteY16" fmla="*/ 550612 h 1636633"/>
                <a:gd name="connsiteX17" fmla="*/ 561410 w 851865"/>
                <a:gd name="connsiteY17" fmla="*/ 585281 h 1636633"/>
                <a:gd name="connsiteX18" fmla="*/ 561410 w 851865"/>
                <a:gd name="connsiteY18" fmla="*/ 396700 h 163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1865" h="1636633">
                  <a:moveTo>
                    <a:pt x="561374" y="396700"/>
                  </a:moveTo>
                  <a:cubicBezTo>
                    <a:pt x="561374" y="273157"/>
                    <a:pt x="602543" y="227619"/>
                    <a:pt x="717454" y="227619"/>
                  </a:cubicBezTo>
                  <a:cubicBezTo>
                    <a:pt x="769492" y="227619"/>
                    <a:pt x="814995" y="236286"/>
                    <a:pt x="851866" y="247120"/>
                  </a:cubicBezTo>
                  <a:lnTo>
                    <a:pt x="851866" y="26001"/>
                  </a:lnTo>
                  <a:cubicBezTo>
                    <a:pt x="810697" y="15167"/>
                    <a:pt x="758658" y="0"/>
                    <a:pt x="648117" y="0"/>
                  </a:cubicBezTo>
                  <a:cubicBezTo>
                    <a:pt x="403164" y="0"/>
                    <a:pt x="277419" y="145246"/>
                    <a:pt x="277419" y="381496"/>
                  </a:cubicBezTo>
                  <a:lnTo>
                    <a:pt x="277419" y="550576"/>
                  </a:lnTo>
                  <a:lnTo>
                    <a:pt x="85226" y="550576"/>
                  </a:lnTo>
                  <a:lnTo>
                    <a:pt x="0" y="784696"/>
                  </a:lnTo>
                  <a:lnTo>
                    <a:pt x="277419" y="784696"/>
                  </a:lnTo>
                  <a:lnTo>
                    <a:pt x="277419" y="1636634"/>
                  </a:lnTo>
                  <a:lnTo>
                    <a:pt x="561410" y="1636634"/>
                  </a:lnTo>
                  <a:lnTo>
                    <a:pt x="561410" y="767831"/>
                  </a:lnTo>
                  <a:lnTo>
                    <a:pt x="552743" y="784732"/>
                  </a:lnTo>
                  <a:lnTo>
                    <a:pt x="822650" y="784732"/>
                  </a:lnTo>
                  <a:lnTo>
                    <a:pt x="822650" y="550612"/>
                  </a:lnTo>
                  <a:lnTo>
                    <a:pt x="552743" y="550612"/>
                  </a:lnTo>
                  <a:lnTo>
                    <a:pt x="561410" y="585281"/>
                  </a:lnTo>
                  <a:lnTo>
                    <a:pt x="561410" y="39670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97F181A-894F-23AA-3625-E086EC73E6B3}"/>
                </a:ext>
              </a:extLst>
            </p:cNvPr>
            <p:cNvSpPr/>
            <p:nvPr/>
          </p:nvSpPr>
          <p:spPr>
            <a:xfrm>
              <a:off x="5437019" y="2809522"/>
              <a:ext cx="840273" cy="1083529"/>
            </a:xfrm>
            <a:custGeom>
              <a:avLst/>
              <a:gdLst>
                <a:gd name="connsiteX0" fmla="*/ 826190 w 840273"/>
                <a:gd name="connsiteY0" fmla="*/ 2492 h 1083529"/>
                <a:gd name="connsiteX1" fmla="*/ 462100 w 840273"/>
                <a:gd name="connsiteY1" fmla="*/ 341700 h 1083529"/>
                <a:gd name="connsiteX2" fmla="*/ 453108 w 840273"/>
                <a:gd name="connsiteY2" fmla="*/ 341772 h 1083529"/>
                <a:gd name="connsiteX3" fmla="*/ 464158 w 840273"/>
                <a:gd name="connsiteY3" fmla="*/ 154780 h 1083529"/>
                <a:gd name="connsiteX4" fmla="*/ 463870 w 840273"/>
                <a:gd name="connsiteY4" fmla="*/ 0 h 1083529"/>
                <a:gd name="connsiteX5" fmla="*/ 82410 w 840273"/>
                <a:gd name="connsiteY5" fmla="*/ 0 h 1083529"/>
                <a:gd name="connsiteX6" fmla="*/ 0 w 840273"/>
                <a:gd name="connsiteY6" fmla="*/ 224875 h 1083529"/>
                <a:gd name="connsiteX7" fmla="*/ 212849 w 840273"/>
                <a:gd name="connsiteY7" fmla="*/ 224875 h 1083529"/>
                <a:gd name="connsiteX8" fmla="*/ 212849 w 840273"/>
                <a:gd name="connsiteY8" fmla="*/ 1083530 h 1083529"/>
                <a:gd name="connsiteX9" fmla="*/ 488535 w 840273"/>
                <a:gd name="connsiteY9" fmla="*/ 1083530 h 1083529"/>
                <a:gd name="connsiteX10" fmla="*/ 488535 w 840273"/>
                <a:gd name="connsiteY10" fmla="*/ 684266 h 1083529"/>
                <a:gd name="connsiteX11" fmla="*/ 760970 w 840273"/>
                <a:gd name="connsiteY11" fmla="*/ 332708 h 1083529"/>
                <a:gd name="connsiteX12" fmla="*/ 840274 w 840273"/>
                <a:gd name="connsiteY12" fmla="*/ 332708 h 1083529"/>
                <a:gd name="connsiteX13" fmla="*/ 840274 w 840273"/>
                <a:gd name="connsiteY13" fmla="*/ 2456 h 1083529"/>
                <a:gd name="connsiteX14" fmla="*/ 826153 w 840273"/>
                <a:gd name="connsiteY14" fmla="*/ 2456 h 108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0273" h="1083529">
                  <a:moveTo>
                    <a:pt x="826190" y="2492"/>
                  </a:moveTo>
                  <a:cubicBezTo>
                    <a:pt x="640786" y="2492"/>
                    <a:pt x="490918" y="119786"/>
                    <a:pt x="462100" y="341700"/>
                  </a:cubicBezTo>
                  <a:lnTo>
                    <a:pt x="453108" y="341772"/>
                  </a:lnTo>
                  <a:lnTo>
                    <a:pt x="464158" y="154780"/>
                  </a:lnTo>
                  <a:lnTo>
                    <a:pt x="463870" y="0"/>
                  </a:lnTo>
                  <a:lnTo>
                    <a:pt x="82410" y="0"/>
                  </a:lnTo>
                  <a:lnTo>
                    <a:pt x="0" y="224875"/>
                  </a:lnTo>
                  <a:lnTo>
                    <a:pt x="212849" y="224875"/>
                  </a:lnTo>
                  <a:lnTo>
                    <a:pt x="212849" y="1083530"/>
                  </a:lnTo>
                  <a:lnTo>
                    <a:pt x="488535" y="1083530"/>
                  </a:lnTo>
                  <a:lnTo>
                    <a:pt x="488535" y="684266"/>
                  </a:lnTo>
                  <a:cubicBezTo>
                    <a:pt x="488535" y="440432"/>
                    <a:pt x="517894" y="332708"/>
                    <a:pt x="760970" y="332708"/>
                  </a:cubicBezTo>
                  <a:lnTo>
                    <a:pt x="840274" y="332708"/>
                  </a:lnTo>
                  <a:lnTo>
                    <a:pt x="840274" y="2456"/>
                  </a:lnTo>
                  <a:lnTo>
                    <a:pt x="826153" y="2456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CB5432D2-9365-A3A9-7BD4-83C05E561291}"/>
                </a:ext>
              </a:extLst>
            </p:cNvPr>
            <p:cNvSpPr/>
            <p:nvPr/>
          </p:nvSpPr>
          <p:spPr>
            <a:xfrm>
              <a:off x="7188817" y="4190765"/>
              <a:ext cx="848471" cy="1094074"/>
            </a:xfrm>
            <a:custGeom>
              <a:avLst/>
              <a:gdLst>
                <a:gd name="connsiteX0" fmla="*/ 834171 w 848471"/>
                <a:gd name="connsiteY0" fmla="*/ 2528 h 1094074"/>
                <a:gd name="connsiteX1" fmla="*/ 466542 w 848471"/>
                <a:gd name="connsiteY1" fmla="*/ 345022 h 1094074"/>
                <a:gd name="connsiteX2" fmla="*/ 457478 w 848471"/>
                <a:gd name="connsiteY2" fmla="*/ 345094 h 1094074"/>
                <a:gd name="connsiteX3" fmla="*/ 468636 w 848471"/>
                <a:gd name="connsiteY3" fmla="*/ 156296 h 1094074"/>
                <a:gd name="connsiteX4" fmla="*/ 468348 w 848471"/>
                <a:gd name="connsiteY4" fmla="*/ 0 h 1094074"/>
                <a:gd name="connsiteX5" fmla="*/ 83204 w 848471"/>
                <a:gd name="connsiteY5" fmla="*/ 0 h 1094074"/>
                <a:gd name="connsiteX6" fmla="*/ 0 w 848471"/>
                <a:gd name="connsiteY6" fmla="*/ 227078 h 1094074"/>
                <a:gd name="connsiteX7" fmla="*/ 214944 w 848471"/>
                <a:gd name="connsiteY7" fmla="*/ 227078 h 1094074"/>
                <a:gd name="connsiteX8" fmla="*/ 214944 w 848471"/>
                <a:gd name="connsiteY8" fmla="*/ 1094075 h 1094074"/>
                <a:gd name="connsiteX9" fmla="*/ 493302 w 848471"/>
                <a:gd name="connsiteY9" fmla="*/ 1094075 h 1094074"/>
                <a:gd name="connsiteX10" fmla="*/ 493302 w 848471"/>
                <a:gd name="connsiteY10" fmla="*/ 690911 h 1094074"/>
                <a:gd name="connsiteX11" fmla="*/ 768409 w 848471"/>
                <a:gd name="connsiteY11" fmla="*/ 335958 h 1094074"/>
                <a:gd name="connsiteX12" fmla="*/ 848471 w 848471"/>
                <a:gd name="connsiteY12" fmla="*/ 335958 h 1094074"/>
                <a:gd name="connsiteX13" fmla="*/ 848471 w 848471"/>
                <a:gd name="connsiteY13" fmla="*/ 2528 h 1094074"/>
                <a:gd name="connsiteX14" fmla="*/ 834207 w 848471"/>
                <a:gd name="connsiteY14" fmla="*/ 2528 h 109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8471" h="1094074">
                  <a:moveTo>
                    <a:pt x="834171" y="2528"/>
                  </a:moveTo>
                  <a:cubicBezTo>
                    <a:pt x="646962" y="2528"/>
                    <a:pt x="495649" y="120942"/>
                    <a:pt x="466542" y="345022"/>
                  </a:cubicBezTo>
                  <a:lnTo>
                    <a:pt x="457478" y="345094"/>
                  </a:lnTo>
                  <a:lnTo>
                    <a:pt x="468636" y="156296"/>
                  </a:lnTo>
                  <a:lnTo>
                    <a:pt x="468348" y="0"/>
                  </a:lnTo>
                  <a:lnTo>
                    <a:pt x="83204" y="0"/>
                  </a:lnTo>
                  <a:lnTo>
                    <a:pt x="0" y="227078"/>
                  </a:lnTo>
                  <a:lnTo>
                    <a:pt x="214944" y="227078"/>
                  </a:lnTo>
                  <a:lnTo>
                    <a:pt x="214944" y="1094075"/>
                  </a:lnTo>
                  <a:lnTo>
                    <a:pt x="493302" y="1094075"/>
                  </a:lnTo>
                  <a:lnTo>
                    <a:pt x="493302" y="690911"/>
                  </a:lnTo>
                  <a:cubicBezTo>
                    <a:pt x="493302" y="444730"/>
                    <a:pt x="522950" y="335958"/>
                    <a:pt x="768409" y="335958"/>
                  </a:cubicBezTo>
                  <a:lnTo>
                    <a:pt x="848471" y="335958"/>
                  </a:lnTo>
                  <a:lnTo>
                    <a:pt x="848471" y="2528"/>
                  </a:lnTo>
                  <a:lnTo>
                    <a:pt x="834207" y="25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CBCCE640-0012-8B65-8F0A-DA40CFD0AF41}"/>
                </a:ext>
              </a:extLst>
            </p:cNvPr>
            <p:cNvSpPr/>
            <p:nvPr/>
          </p:nvSpPr>
          <p:spPr>
            <a:xfrm>
              <a:off x="7359955" y="2808294"/>
              <a:ext cx="682026" cy="1086021"/>
            </a:xfrm>
            <a:custGeom>
              <a:avLst/>
              <a:gdLst>
                <a:gd name="connsiteX0" fmla="*/ 0 w 682026"/>
                <a:gd name="connsiteY0" fmla="*/ 1086021 h 1086021"/>
                <a:gd name="connsiteX1" fmla="*/ 286772 w 682026"/>
                <a:gd name="connsiteY1" fmla="*/ 1086021 h 1086021"/>
                <a:gd name="connsiteX2" fmla="*/ 682027 w 682026"/>
                <a:gd name="connsiteY2" fmla="*/ 0 h 1086021"/>
                <a:gd name="connsiteX3" fmla="*/ 395291 w 682026"/>
                <a:gd name="connsiteY3" fmla="*/ 0 h 1086021"/>
                <a:gd name="connsiteX4" fmla="*/ 0 w 682026"/>
                <a:gd name="connsiteY4" fmla="*/ 1086021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026" h="1086021">
                  <a:moveTo>
                    <a:pt x="0" y="1086021"/>
                  </a:moveTo>
                  <a:lnTo>
                    <a:pt x="286772" y="1086021"/>
                  </a:lnTo>
                  <a:lnTo>
                    <a:pt x="682027" y="0"/>
                  </a:lnTo>
                  <a:lnTo>
                    <a:pt x="395291" y="0"/>
                  </a:lnTo>
                  <a:lnTo>
                    <a:pt x="0" y="1086021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3A4893ED-AB40-B1D7-8514-6E9F5E32CBF0}"/>
                </a:ext>
              </a:extLst>
            </p:cNvPr>
            <p:cNvSpPr/>
            <p:nvPr/>
          </p:nvSpPr>
          <p:spPr>
            <a:xfrm>
              <a:off x="3838015" y="4167870"/>
              <a:ext cx="1029649" cy="1116969"/>
            </a:xfrm>
            <a:custGeom>
              <a:avLst/>
              <a:gdLst>
                <a:gd name="connsiteX0" fmla="*/ 671879 w 1029649"/>
                <a:gd name="connsiteY0" fmla="*/ 898668 h 1116969"/>
                <a:gd name="connsiteX1" fmla="*/ 329385 w 1029649"/>
                <a:gd name="connsiteY1" fmla="*/ 1116970 h 1116969"/>
                <a:gd name="connsiteX2" fmla="*/ 0 w 1029649"/>
                <a:gd name="connsiteY2" fmla="*/ 837601 h 1116969"/>
                <a:gd name="connsiteX3" fmla="*/ 390452 w 1029649"/>
                <a:gd name="connsiteY3" fmla="*/ 499477 h 1116969"/>
                <a:gd name="connsiteX4" fmla="*/ 669676 w 1029649"/>
                <a:gd name="connsiteY4" fmla="*/ 416598 h 1116969"/>
                <a:gd name="connsiteX5" fmla="*/ 669676 w 1029649"/>
                <a:gd name="connsiteY5" fmla="*/ 392619 h 1116969"/>
                <a:gd name="connsiteX6" fmla="*/ 484273 w 1029649"/>
                <a:gd name="connsiteY6" fmla="*/ 224658 h 1116969"/>
                <a:gd name="connsiteX7" fmla="*/ 235600 w 1029649"/>
                <a:gd name="connsiteY7" fmla="*/ 383916 h 1116969"/>
                <a:gd name="connsiteX8" fmla="*/ 8739 w 1029649"/>
                <a:gd name="connsiteY8" fmla="*/ 261746 h 1116969"/>
                <a:gd name="connsiteX9" fmla="*/ 514825 w 1029649"/>
                <a:gd name="connsiteY9" fmla="*/ 0 h 1116969"/>
                <a:gd name="connsiteX10" fmla="*/ 966379 w 1029649"/>
                <a:gd name="connsiteY10" fmla="*/ 410097 h 1116969"/>
                <a:gd name="connsiteX11" fmla="*/ 966379 w 1029649"/>
                <a:gd name="connsiteY11" fmla="*/ 763498 h 1116969"/>
                <a:gd name="connsiteX12" fmla="*/ 1029649 w 1029649"/>
                <a:gd name="connsiteY12" fmla="*/ 1114189 h 1116969"/>
                <a:gd name="connsiteX13" fmla="*/ 726446 w 1029649"/>
                <a:gd name="connsiteY13" fmla="*/ 1114189 h 1116969"/>
                <a:gd name="connsiteX14" fmla="*/ 671915 w 1029649"/>
                <a:gd name="connsiteY14" fmla="*/ 898740 h 1116969"/>
                <a:gd name="connsiteX15" fmla="*/ 677152 w 1029649"/>
                <a:gd name="connsiteY15" fmla="*/ 712615 h 1116969"/>
                <a:gd name="connsiteX16" fmla="*/ 677152 w 1029649"/>
                <a:gd name="connsiteY16" fmla="*/ 544473 h 1116969"/>
                <a:gd name="connsiteX17" fmla="*/ 677152 w 1029649"/>
                <a:gd name="connsiteY17" fmla="*/ 544473 h 1116969"/>
                <a:gd name="connsiteX18" fmla="*/ 533170 w 1029649"/>
                <a:gd name="connsiteY18" fmla="*/ 606334 h 1116969"/>
                <a:gd name="connsiteX19" fmla="*/ 308476 w 1029649"/>
                <a:gd name="connsiteY19" fmla="*/ 784588 h 1116969"/>
                <a:gd name="connsiteX20" fmla="*/ 441552 w 1029649"/>
                <a:gd name="connsiteY20" fmla="*/ 919830 h 1116969"/>
                <a:gd name="connsiteX21" fmla="*/ 677152 w 1029649"/>
                <a:gd name="connsiteY21" fmla="*/ 712615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9649" h="1116969">
                  <a:moveTo>
                    <a:pt x="671879" y="898668"/>
                  </a:moveTo>
                  <a:cubicBezTo>
                    <a:pt x="621068" y="1043155"/>
                    <a:pt x="486476" y="1116970"/>
                    <a:pt x="329385" y="1116970"/>
                  </a:cubicBezTo>
                  <a:cubicBezTo>
                    <a:pt x="119967" y="1116970"/>
                    <a:pt x="0" y="1018635"/>
                    <a:pt x="0" y="837601"/>
                  </a:cubicBezTo>
                  <a:cubicBezTo>
                    <a:pt x="0" y="630350"/>
                    <a:pt x="163591" y="545304"/>
                    <a:pt x="390452" y="499477"/>
                  </a:cubicBezTo>
                  <a:cubicBezTo>
                    <a:pt x="578058" y="460222"/>
                    <a:pt x="660937" y="440577"/>
                    <a:pt x="669676" y="416598"/>
                  </a:cubicBezTo>
                  <a:lnTo>
                    <a:pt x="669676" y="392619"/>
                  </a:lnTo>
                  <a:cubicBezTo>
                    <a:pt x="669676" y="287928"/>
                    <a:pt x="617313" y="224658"/>
                    <a:pt x="484273" y="224658"/>
                  </a:cubicBezTo>
                  <a:cubicBezTo>
                    <a:pt x="351233" y="224658"/>
                    <a:pt x="270485" y="303167"/>
                    <a:pt x="235600" y="383916"/>
                  </a:cubicBezTo>
                  <a:lnTo>
                    <a:pt x="8739" y="261746"/>
                  </a:lnTo>
                  <a:cubicBezTo>
                    <a:pt x="87285" y="100321"/>
                    <a:pt x="279224" y="0"/>
                    <a:pt x="514825" y="0"/>
                  </a:cubicBezTo>
                  <a:cubicBezTo>
                    <a:pt x="822398" y="0"/>
                    <a:pt x="966379" y="143982"/>
                    <a:pt x="966379" y="410097"/>
                  </a:cubicBezTo>
                  <a:lnTo>
                    <a:pt x="966379" y="763498"/>
                  </a:lnTo>
                  <a:cubicBezTo>
                    <a:pt x="966379" y="990358"/>
                    <a:pt x="992561" y="1083674"/>
                    <a:pt x="1029649" y="1114189"/>
                  </a:cubicBezTo>
                  <a:lnTo>
                    <a:pt x="726446" y="1114189"/>
                  </a:lnTo>
                  <a:cubicBezTo>
                    <a:pt x="700264" y="1090210"/>
                    <a:pt x="678452" y="1023077"/>
                    <a:pt x="671915" y="898740"/>
                  </a:cubicBezTo>
                  <a:close/>
                  <a:moveTo>
                    <a:pt x="677152" y="712615"/>
                  </a:moveTo>
                  <a:lnTo>
                    <a:pt x="677152" y="544473"/>
                  </a:lnTo>
                  <a:lnTo>
                    <a:pt x="677152" y="544473"/>
                  </a:lnTo>
                  <a:cubicBezTo>
                    <a:pt x="647575" y="571811"/>
                    <a:pt x="611715" y="582356"/>
                    <a:pt x="533170" y="606334"/>
                  </a:cubicBezTo>
                  <a:cubicBezTo>
                    <a:pt x="384855" y="647792"/>
                    <a:pt x="308476" y="686433"/>
                    <a:pt x="308476" y="784588"/>
                  </a:cubicBezTo>
                  <a:cubicBezTo>
                    <a:pt x="308476" y="871836"/>
                    <a:pt x="369543" y="919830"/>
                    <a:pt x="441552" y="919830"/>
                  </a:cubicBezTo>
                  <a:cubicBezTo>
                    <a:pt x="550612" y="919830"/>
                    <a:pt x="655340" y="839118"/>
                    <a:pt x="677152" y="71261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18DCE095-192E-D23F-76A7-486AEC4ED5BC}"/>
                </a:ext>
              </a:extLst>
            </p:cNvPr>
            <p:cNvSpPr/>
            <p:nvPr/>
          </p:nvSpPr>
          <p:spPr>
            <a:xfrm>
              <a:off x="8099474" y="4191379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7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6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7"/>
                    <a:pt x="438410" y="1100177"/>
                  </a:cubicBezTo>
                  <a:cubicBezTo>
                    <a:pt x="257159" y="1100177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267B45FC-4B37-7DE2-46BD-76825C80885F}"/>
                </a:ext>
              </a:extLst>
            </p:cNvPr>
            <p:cNvSpPr/>
            <p:nvPr/>
          </p:nvSpPr>
          <p:spPr>
            <a:xfrm>
              <a:off x="8099474" y="2807536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8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7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8"/>
                    <a:pt x="438410" y="1100178"/>
                  </a:cubicBezTo>
                  <a:cubicBezTo>
                    <a:pt x="257159" y="1100178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30310002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eneric cover with supergraphic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pour une image  9">
            <a:extLst>
              <a:ext uri="{FF2B5EF4-FFF2-40B4-BE49-F238E27FC236}">
                <a16:creationId xmlns:a16="http://schemas.microsoft.com/office/drawing/2014/main" id="{B614B736-C7E2-2121-4DF7-CF7A89DF708A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800" y="304800"/>
            <a:ext cx="11581200" cy="3880800"/>
          </a:xfrm>
          <a:prstGeom prst="rect">
            <a:avLst/>
          </a:prstGeo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0E1B6B13-5282-0107-6418-11F68AA95B7A}"/>
              </a:ext>
            </a:extLst>
          </p:cNvPr>
          <p:cNvSpPr/>
          <p:nvPr userDrawn="1"/>
        </p:nvSpPr>
        <p:spPr>
          <a:xfrm>
            <a:off x="1734960" y="304800"/>
            <a:ext cx="3780186" cy="3880800"/>
          </a:xfrm>
          <a:prstGeom prst="parallelogram">
            <a:avLst>
              <a:gd name="adj" fmla="val 34323"/>
            </a:avLst>
          </a:prstGeom>
          <a:solidFill>
            <a:schemeClr val="bg1">
              <a:alpha val="2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47878-4CC5-2F38-EC5C-CE288DFC69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6000" y="4550400"/>
            <a:ext cx="11581200" cy="360000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04444-F2E0-6C9C-4C6D-05AB613912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6000" y="4910400"/>
            <a:ext cx="11581200" cy="360000"/>
          </a:xfr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4795539-9F7B-3A76-36CE-3A8633FD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6249600"/>
            <a:ext cx="9000000" cy="360000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Name, Date, Year</a:t>
            </a:r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CE80333-3472-B7C4-28CF-76FC2073EA7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1963" y="6164039"/>
            <a:ext cx="1080000" cy="45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7221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eneric cover with supergraphic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pour une image  9">
            <a:extLst>
              <a:ext uri="{FF2B5EF4-FFF2-40B4-BE49-F238E27FC236}">
                <a16:creationId xmlns:a16="http://schemas.microsoft.com/office/drawing/2014/main" id="{F30AFE10-F08C-ADCC-07CE-66C42A6BF3C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9"/>
          <a:stretch/>
        </p:blipFill>
        <p:spPr>
          <a:xfrm>
            <a:off x="304800" y="304800"/>
            <a:ext cx="11581200" cy="3880800"/>
          </a:xfrm>
          <a:prstGeom prst="rect">
            <a:avLst/>
          </a:prstGeom>
        </p:spPr>
      </p:pic>
      <p:sp>
        <p:nvSpPr>
          <p:cNvPr id="8" name="Parallelogram 7">
            <a:extLst>
              <a:ext uri="{FF2B5EF4-FFF2-40B4-BE49-F238E27FC236}">
                <a16:creationId xmlns:a16="http://schemas.microsoft.com/office/drawing/2014/main" id="{2D9C2727-03FC-D22A-33E3-BB43F49C2F99}"/>
              </a:ext>
            </a:extLst>
          </p:cNvPr>
          <p:cNvSpPr/>
          <p:nvPr userDrawn="1"/>
        </p:nvSpPr>
        <p:spPr>
          <a:xfrm>
            <a:off x="3178788" y="325925"/>
            <a:ext cx="3780186" cy="3880800"/>
          </a:xfrm>
          <a:prstGeom prst="parallelogram">
            <a:avLst>
              <a:gd name="adj" fmla="val 34323"/>
            </a:avLst>
          </a:prstGeom>
          <a:solidFill>
            <a:schemeClr val="bg1">
              <a:alpha val="2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47878-4CC5-2F38-EC5C-CE288DFC69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6000" y="4550400"/>
            <a:ext cx="11581200" cy="360000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04444-F2E0-6C9C-4C6D-05AB613912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6000" y="4910400"/>
            <a:ext cx="11581200" cy="360000"/>
          </a:xfr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4795539-9F7B-3A76-36CE-3A8633FD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6249600"/>
            <a:ext cx="9000000" cy="360000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Name, Date, Year</a:t>
            </a:r>
            <a:endParaRPr lang="en-GB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38B8BD-9E56-9042-948B-61F60E3D2F8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1963" y="6164039"/>
            <a:ext cx="1080000" cy="45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4494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eneric cover with supergraphic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pour une image  9">
            <a:extLst>
              <a:ext uri="{FF2B5EF4-FFF2-40B4-BE49-F238E27FC236}">
                <a16:creationId xmlns:a16="http://schemas.microsoft.com/office/drawing/2014/main" id="{823E355B-60B9-FB91-5261-8601687DA33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"/>
          <a:stretch/>
        </p:blipFill>
        <p:spPr>
          <a:xfrm>
            <a:off x="304800" y="304800"/>
            <a:ext cx="11581200" cy="3880800"/>
          </a:xfrm>
          <a:prstGeom prst="rect">
            <a:avLst/>
          </a:prstGeom>
        </p:spPr>
      </p:pic>
      <p:sp>
        <p:nvSpPr>
          <p:cNvPr id="8" name="Parallelogram 7">
            <a:extLst>
              <a:ext uri="{FF2B5EF4-FFF2-40B4-BE49-F238E27FC236}">
                <a16:creationId xmlns:a16="http://schemas.microsoft.com/office/drawing/2014/main" id="{DC2A0F77-1CAA-BCE4-DA7C-ED341B302F63}"/>
              </a:ext>
            </a:extLst>
          </p:cNvPr>
          <p:cNvSpPr/>
          <p:nvPr userDrawn="1"/>
        </p:nvSpPr>
        <p:spPr>
          <a:xfrm>
            <a:off x="3624900" y="304800"/>
            <a:ext cx="3780186" cy="3880800"/>
          </a:xfrm>
          <a:prstGeom prst="parallelogram">
            <a:avLst>
              <a:gd name="adj" fmla="val 34323"/>
            </a:avLst>
          </a:prstGeom>
          <a:solidFill>
            <a:schemeClr val="bg1"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47878-4CC5-2F38-EC5C-CE288DFC69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6000" y="4550400"/>
            <a:ext cx="11581200" cy="360000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04444-F2E0-6C9C-4C6D-05AB613912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6000" y="4910400"/>
            <a:ext cx="11581200" cy="360000"/>
          </a:xfr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4795539-9F7B-3A76-36CE-3A8633FD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6249600"/>
            <a:ext cx="9000000" cy="360000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Name, Date, Year</a:t>
            </a:r>
            <a:endParaRPr lang="en-GB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C66F6DA-8663-CE70-3585-4D9D686807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1963" y="6164039"/>
            <a:ext cx="1080000" cy="45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729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eneric cover with supergraphic_7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pour une image  9">
            <a:extLst>
              <a:ext uri="{FF2B5EF4-FFF2-40B4-BE49-F238E27FC236}">
                <a16:creationId xmlns:a16="http://schemas.microsoft.com/office/drawing/2014/main" id="{4679DB26-296D-CDD2-8DD1-E2BA16C20EFD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800" y="304800"/>
            <a:ext cx="11582400" cy="3881438"/>
          </a:xfrm>
          <a:prstGeom prst="rect">
            <a:avLst/>
          </a:prstGeom>
          <a:blipFill>
            <a:blip>
              <a:alphaModFix amt="2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pic>
      <p:sp>
        <p:nvSpPr>
          <p:cNvPr id="5" name="Parallelogram 4">
            <a:extLst>
              <a:ext uri="{FF2B5EF4-FFF2-40B4-BE49-F238E27FC236}">
                <a16:creationId xmlns:a16="http://schemas.microsoft.com/office/drawing/2014/main" id="{01FE8226-377E-BB0D-9F56-D283E5F48EA0}"/>
              </a:ext>
            </a:extLst>
          </p:cNvPr>
          <p:cNvSpPr/>
          <p:nvPr userDrawn="1"/>
        </p:nvSpPr>
        <p:spPr>
          <a:xfrm>
            <a:off x="5969613" y="304800"/>
            <a:ext cx="3780186" cy="3880800"/>
          </a:xfrm>
          <a:prstGeom prst="parallelogram">
            <a:avLst>
              <a:gd name="adj" fmla="val 34323"/>
            </a:avLst>
          </a:prstGeom>
          <a:solidFill>
            <a:schemeClr val="bg1">
              <a:alpha val="3142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47878-4CC5-2F38-EC5C-CE288DFC69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6000" y="4550400"/>
            <a:ext cx="11581200" cy="360000"/>
          </a:xfrm>
        </p:spPr>
        <p:txBody>
          <a:bodyPr anchor="ctr"/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04444-F2E0-6C9C-4C6D-05AB613912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6000" y="4910400"/>
            <a:ext cx="11581200" cy="360000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4795539-9F7B-3A76-36CE-3A8633FD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6249600"/>
            <a:ext cx="9000000" cy="360000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Name, Date, Year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FFD450-BCCF-FB18-5CA6-C6B5D350D3B3}"/>
              </a:ext>
            </a:extLst>
          </p:cNvPr>
          <p:cNvSpPr txBox="1"/>
          <p:nvPr userDrawn="1"/>
        </p:nvSpPr>
        <p:spPr>
          <a:xfrm>
            <a:off x="-6392332" y="30480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Bitte halten Sie sich an folgende Anweisungen, wenn Sie diese Folienvorlage verwenden: </a:t>
            </a:r>
          </a:p>
          <a:p>
            <a:b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</a:b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Sie haben die Möglichkeit, eine andere Farbe für den Hintergrund der Deckblätter, der Trennfolien und der Abschlussfolien aus den folgenden Optionen zu wählen:</a:t>
            </a:r>
          </a:p>
          <a:p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Weiß</a:t>
            </a: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Indigo </a:t>
            </a:r>
            <a:r>
              <a:rPr lang="de-DE" sz="1200" i="1" err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Dye</a:t>
            </a:r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- True Blue oder eine beliebige Farbe aus der "Vision"-Farbpalette </a:t>
            </a: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(siehe Folie 2).</a:t>
            </a:r>
            <a:endParaRPr lang="en-US" sz="120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  <p:sp>
        <p:nvSpPr>
          <p:cNvPr id="15" name="AutoShape 8">
            <a:extLst>
              <a:ext uri="{FF2B5EF4-FFF2-40B4-BE49-F238E27FC236}">
                <a16:creationId xmlns:a16="http://schemas.microsoft.com/office/drawing/2014/main" id="{97CB91CD-C8A9-73E4-3EDB-82CD08538D9D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-1935163" y="4502150"/>
            <a:ext cx="108108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D23CA90C-74F9-B0E2-C974-B81A18989973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-1549400" y="4581525"/>
            <a:ext cx="158750" cy="165100"/>
          </a:xfrm>
          <a:custGeom>
            <a:avLst/>
            <a:gdLst>
              <a:gd name="T0" fmla="*/ 0 w 4724"/>
              <a:gd name="T1" fmla="*/ 2464 h 4919"/>
              <a:gd name="T2" fmla="*/ 2399 w 4724"/>
              <a:gd name="T3" fmla="*/ 0 h 4919"/>
              <a:gd name="T4" fmla="*/ 4724 w 4724"/>
              <a:gd name="T5" fmla="*/ 2417 h 4919"/>
              <a:gd name="T6" fmla="*/ 2334 w 4724"/>
              <a:gd name="T7" fmla="*/ 4919 h 4919"/>
              <a:gd name="T8" fmla="*/ 0 w 4724"/>
              <a:gd name="T9" fmla="*/ 2464 h 4919"/>
              <a:gd name="T10" fmla="*/ 3389 w 4724"/>
              <a:gd name="T11" fmla="*/ 2436 h 4919"/>
              <a:gd name="T12" fmla="*/ 2381 w 4724"/>
              <a:gd name="T13" fmla="*/ 959 h 4919"/>
              <a:gd name="T14" fmla="*/ 1354 w 4724"/>
              <a:gd name="T15" fmla="*/ 2427 h 4919"/>
              <a:gd name="T16" fmla="*/ 2343 w 4724"/>
              <a:gd name="T17" fmla="*/ 3951 h 4919"/>
              <a:gd name="T18" fmla="*/ 3389 w 4724"/>
              <a:gd name="T19" fmla="*/ 2436 h 49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724" h="4919">
                <a:moveTo>
                  <a:pt x="0" y="2464"/>
                </a:moveTo>
                <a:cubicBezTo>
                  <a:pt x="0" y="1054"/>
                  <a:pt x="878" y="0"/>
                  <a:pt x="2399" y="0"/>
                </a:cubicBezTo>
                <a:cubicBezTo>
                  <a:pt x="3921" y="0"/>
                  <a:pt x="4724" y="952"/>
                  <a:pt x="4724" y="2417"/>
                </a:cubicBezTo>
                <a:cubicBezTo>
                  <a:pt x="4724" y="3883"/>
                  <a:pt x="3846" y="4919"/>
                  <a:pt x="2334" y="4919"/>
                </a:cubicBezTo>
                <a:cubicBezTo>
                  <a:pt x="822" y="4919"/>
                  <a:pt x="0" y="3957"/>
                  <a:pt x="0" y="2464"/>
                </a:cubicBezTo>
                <a:close/>
                <a:moveTo>
                  <a:pt x="3389" y="2436"/>
                </a:moveTo>
                <a:cubicBezTo>
                  <a:pt x="3389" y="1484"/>
                  <a:pt x="3053" y="959"/>
                  <a:pt x="2381" y="959"/>
                </a:cubicBezTo>
                <a:cubicBezTo>
                  <a:pt x="1709" y="959"/>
                  <a:pt x="1354" y="1484"/>
                  <a:pt x="1354" y="2427"/>
                </a:cubicBezTo>
                <a:cubicBezTo>
                  <a:pt x="1354" y="3369"/>
                  <a:pt x="1680" y="3951"/>
                  <a:pt x="2343" y="3951"/>
                </a:cubicBezTo>
                <a:cubicBezTo>
                  <a:pt x="3006" y="3951"/>
                  <a:pt x="3389" y="3407"/>
                  <a:pt x="3389" y="2436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BB2FF4D1-94FF-D468-7769-A618EC42D9C5}"/>
              </a:ext>
            </a:extLst>
          </p:cNvPr>
          <p:cNvSpPr>
            <a:spLocks/>
          </p:cNvSpPr>
          <p:nvPr userDrawn="1"/>
        </p:nvSpPr>
        <p:spPr bwMode="auto">
          <a:xfrm>
            <a:off x="-1684338" y="4503738"/>
            <a:ext cx="125413" cy="242888"/>
          </a:xfrm>
          <a:custGeom>
            <a:avLst/>
            <a:gdLst>
              <a:gd name="T0" fmla="*/ 2487 w 3773"/>
              <a:gd name="T1" fmla="*/ 1758 h 7250"/>
              <a:gd name="T2" fmla="*/ 3178 w 3773"/>
              <a:gd name="T3" fmla="*/ 1009 h 7250"/>
              <a:gd name="T4" fmla="*/ 3773 w 3773"/>
              <a:gd name="T5" fmla="*/ 1095 h 7250"/>
              <a:gd name="T6" fmla="*/ 3773 w 3773"/>
              <a:gd name="T7" fmla="*/ 116 h 7250"/>
              <a:gd name="T8" fmla="*/ 2871 w 3773"/>
              <a:gd name="T9" fmla="*/ 0 h 7250"/>
              <a:gd name="T10" fmla="*/ 1229 w 3773"/>
              <a:gd name="T11" fmla="*/ 1690 h 7250"/>
              <a:gd name="T12" fmla="*/ 1229 w 3773"/>
              <a:gd name="T13" fmla="*/ 2439 h 7250"/>
              <a:gd name="T14" fmla="*/ 378 w 3773"/>
              <a:gd name="T15" fmla="*/ 2439 h 7250"/>
              <a:gd name="T16" fmla="*/ 0 w 3773"/>
              <a:gd name="T17" fmla="*/ 3476 h 7250"/>
              <a:gd name="T18" fmla="*/ 1229 w 3773"/>
              <a:gd name="T19" fmla="*/ 3476 h 7250"/>
              <a:gd name="T20" fmla="*/ 1229 w 3773"/>
              <a:gd name="T21" fmla="*/ 7250 h 7250"/>
              <a:gd name="T22" fmla="*/ 2487 w 3773"/>
              <a:gd name="T23" fmla="*/ 7250 h 7250"/>
              <a:gd name="T24" fmla="*/ 2487 w 3773"/>
              <a:gd name="T25" fmla="*/ 3401 h 7250"/>
              <a:gd name="T26" fmla="*/ 2448 w 3773"/>
              <a:gd name="T27" fmla="*/ 3476 h 7250"/>
              <a:gd name="T28" fmla="*/ 3644 w 3773"/>
              <a:gd name="T29" fmla="*/ 3476 h 7250"/>
              <a:gd name="T30" fmla="*/ 3644 w 3773"/>
              <a:gd name="T31" fmla="*/ 2439 h 7250"/>
              <a:gd name="T32" fmla="*/ 2448 w 3773"/>
              <a:gd name="T33" fmla="*/ 2439 h 7250"/>
              <a:gd name="T34" fmla="*/ 2487 w 3773"/>
              <a:gd name="T35" fmla="*/ 2593 h 7250"/>
              <a:gd name="T36" fmla="*/ 2487 w 3773"/>
              <a:gd name="T37" fmla="*/ 1758 h 7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773" h="7250">
                <a:moveTo>
                  <a:pt x="2487" y="1758"/>
                </a:moveTo>
                <a:cubicBezTo>
                  <a:pt x="2487" y="1210"/>
                  <a:pt x="2669" y="1009"/>
                  <a:pt x="3178" y="1009"/>
                </a:cubicBezTo>
                <a:cubicBezTo>
                  <a:pt x="3409" y="1009"/>
                  <a:pt x="3610" y="1047"/>
                  <a:pt x="3773" y="1095"/>
                </a:cubicBezTo>
                <a:lnTo>
                  <a:pt x="3773" y="116"/>
                </a:lnTo>
                <a:cubicBezTo>
                  <a:pt x="3591" y="68"/>
                  <a:pt x="3361" y="0"/>
                  <a:pt x="2871" y="0"/>
                </a:cubicBezTo>
                <a:cubicBezTo>
                  <a:pt x="1786" y="0"/>
                  <a:pt x="1229" y="644"/>
                  <a:pt x="1229" y="1690"/>
                </a:cubicBezTo>
                <a:lnTo>
                  <a:pt x="1229" y="2439"/>
                </a:lnTo>
                <a:lnTo>
                  <a:pt x="378" y="2439"/>
                </a:lnTo>
                <a:lnTo>
                  <a:pt x="0" y="3476"/>
                </a:lnTo>
                <a:lnTo>
                  <a:pt x="1229" y="3476"/>
                </a:lnTo>
                <a:lnTo>
                  <a:pt x="1229" y="7250"/>
                </a:lnTo>
                <a:lnTo>
                  <a:pt x="2487" y="7250"/>
                </a:lnTo>
                <a:lnTo>
                  <a:pt x="2487" y="3401"/>
                </a:lnTo>
                <a:lnTo>
                  <a:pt x="2448" y="3476"/>
                </a:lnTo>
                <a:lnTo>
                  <a:pt x="3644" y="3476"/>
                </a:lnTo>
                <a:lnTo>
                  <a:pt x="3644" y="2439"/>
                </a:lnTo>
                <a:lnTo>
                  <a:pt x="2448" y="2439"/>
                </a:lnTo>
                <a:lnTo>
                  <a:pt x="2487" y="2593"/>
                </a:lnTo>
                <a:lnTo>
                  <a:pt x="2487" y="1758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370C64CC-4CAD-C015-BBF5-79A2082AE7A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811963" y="6165234"/>
            <a:ext cx="1080000" cy="453765"/>
            <a:chOff x="1721984" y="2257682"/>
            <a:chExt cx="7247953" cy="3045250"/>
          </a:xfrm>
        </p:grpSpPr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87C0965B-9926-4B63-AD0D-602EA4B77015}"/>
                </a:ext>
              </a:extLst>
            </p:cNvPr>
            <p:cNvSpPr/>
            <p:nvPr/>
          </p:nvSpPr>
          <p:spPr>
            <a:xfrm>
              <a:off x="1721984" y="4167798"/>
              <a:ext cx="1948179" cy="1135134"/>
            </a:xfrm>
            <a:custGeom>
              <a:avLst/>
              <a:gdLst>
                <a:gd name="connsiteX0" fmla="*/ 1948179 w 1948179"/>
                <a:gd name="connsiteY0" fmla="*/ 391066 h 1135134"/>
                <a:gd name="connsiteX1" fmla="*/ 1641834 w 1948179"/>
                <a:gd name="connsiteY1" fmla="*/ 0 h 1135134"/>
                <a:gd name="connsiteX2" fmla="*/ 1272508 w 1948179"/>
                <a:gd name="connsiteY2" fmla="*/ 302012 h 1135134"/>
                <a:gd name="connsiteX3" fmla="*/ 1257305 w 1948179"/>
                <a:gd name="connsiteY3" fmla="*/ 302012 h 1135134"/>
                <a:gd name="connsiteX4" fmla="*/ 955329 w 1948179"/>
                <a:gd name="connsiteY4" fmla="*/ 0 h 1135134"/>
                <a:gd name="connsiteX5" fmla="*/ 581633 w 1948179"/>
                <a:gd name="connsiteY5" fmla="*/ 312846 h 1135134"/>
                <a:gd name="connsiteX6" fmla="*/ 566177 w 1948179"/>
                <a:gd name="connsiteY6" fmla="*/ 312846 h 1135134"/>
                <a:gd name="connsiteX7" fmla="*/ 333646 w 1948179"/>
                <a:gd name="connsiteY7" fmla="*/ 28240 h 1135134"/>
                <a:gd name="connsiteX8" fmla="*/ 223972 w 1948179"/>
                <a:gd name="connsiteY8" fmla="*/ 10870 h 1135134"/>
                <a:gd name="connsiteX9" fmla="*/ 0 w 1948179"/>
                <a:gd name="connsiteY9" fmla="*/ 10870 h 1135134"/>
                <a:gd name="connsiteX10" fmla="*/ 0 w 1948179"/>
                <a:gd name="connsiteY10" fmla="*/ 257990 h 1135134"/>
                <a:gd name="connsiteX11" fmla="*/ 283991 w 1948179"/>
                <a:gd name="connsiteY11" fmla="*/ 258099 h 1135134"/>
                <a:gd name="connsiteX12" fmla="*/ 283991 w 1948179"/>
                <a:gd name="connsiteY12" fmla="*/ 1116717 h 1135134"/>
                <a:gd name="connsiteX13" fmla="*/ 585967 w 1948179"/>
                <a:gd name="connsiteY13" fmla="*/ 1116717 h 1135134"/>
                <a:gd name="connsiteX14" fmla="*/ 585967 w 1948179"/>
                <a:gd name="connsiteY14" fmla="*/ 562710 h 1135134"/>
                <a:gd name="connsiteX15" fmla="*/ 597342 w 1948179"/>
                <a:gd name="connsiteY15" fmla="*/ 466506 h 1135134"/>
                <a:gd name="connsiteX16" fmla="*/ 820592 w 1948179"/>
                <a:gd name="connsiteY16" fmla="*/ 254198 h 1135134"/>
                <a:gd name="connsiteX17" fmla="*/ 968330 w 1948179"/>
                <a:gd name="connsiteY17" fmla="*/ 473656 h 1135134"/>
                <a:gd name="connsiteX18" fmla="*/ 968330 w 1948179"/>
                <a:gd name="connsiteY18" fmla="*/ 1116753 h 1135134"/>
                <a:gd name="connsiteX19" fmla="*/ 1270305 w 1948179"/>
                <a:gd name="connsiteY19" fmla="*/ 1116753 h 1135134"/>
                <a:gd name="connsiteX20" fmla="*/ 1270305 w 1948179"/>
                <a:gd name="connsiteY20" fmla="*/ 549710 h 1135134"/>
                <a:gd name="connsiteX21" fmla="*/ 1511467 w 1948179"/>
                <a:gd name="connsiteY21" fmla="*/ 254234 h 1135134"/>
                <a:gd name="connsiteX22" fmla="*/ 1644001 w 1948179"/>
                <a:gd name="connsiteY22" fmla="*/ 473692 h 1135134"/>
                <a:gd name="connsiteX23" fmla="*/ 1644001 w 1948179"/>
                <a:gd name="connsiteY23" fmla="*/ 833231 h 1135134"/>
                <a:gd name="connsiteX24" fmla="*/ 1948179 w 1948179"/>
                <a:gd name="connsiteY24" fmla="*/ 1135135 h 1135134"/>
                <a:gd name="connsiteX25" fmla="*/ 1948179 w 1948179"/>
                <a:gd name="connsiteY25" fmla="*/ 391102 h 113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179" h="1135134">
                  <a:moveTo>
                    <a:pt x="1948179" y="391066"/>
                  </a:moveTo>
                  <a:cubicBezTo>
                    <a:pt x="1948179" y="149904"/>
                    <a:pt x="1852589" y="0"/>
                    <a:pt x="1641834" y="0"/>
                  </a:cubicBezTo>
                  <a:cubicBezTo>
                    <a:pt x="1468023" y="0"/>
                    <a:pt x="1335489" y="108627"/>
                    <a:pt x="1272508" y="302012"/>
                  </a:cubicBezTo>
                  <a:lnTo>
                    <a:pt x="1257305" y="302012"/>
                  </a:lnTo>
                  <a:cubicBezTo>
                    <a:pt x="1239934" y="128201"/>
                    <a:pt x="1142141" y="0"/>
                    <a:pt x="955329" y="0"/>
                  </a:cubicBezTo>
                  <a:cubicBezTo>
                    <a:pt x="768517" y="0"/>
                    <a:pt x="640317" y="115128"/>
                    <a:pt x="581633" y="312846"/>
                  </a:cubicBezTo>
                  <a:lnTo>
                    <a:pt x="566177" y="312846"/>
                  </a:lnTo>
                  <a:cubicBezTo>
                    <a:pt x="527067" y="181539"/>
                    <a:pt x="455238" y="69770"/>
                    <a:pt x="333646" y="28240"/>
                  </a:cubicBezTo>
                  <a:cubicBezTo>
                    <a:pt x="300820" y="17009"/>
                    <a:pt x="264382" y="10870"/>
                    <a:pt x="223972" y="10870"/>
                  </a:cubicBezTo>
                  <a:lnTo>
                    <a:pt x="0" y="10870"/>
                  </a:lnTo>
                  <a:lnTo>
                    <a:pt x="0" y="257990"/>
                  </a:lnTo>
                  <a:lnTo>
                    <a:pt x="283991" y="258099"/>
                  </a:lnTo>
                  <a:lnTo>
                    <a:pt x="283991" y="1116717"/>
                  </a:lnTo>
                  <a:lnTo>
                    <a:pt x="585967" y="1116717"/>
                  </a:lnTo>
                  <a:lnTo>
                    <a:pt x="585967" y="562710"/>
                  </a:lnTo>
                  <a:cubicBezTo>
                    <a:pt x="586725" y="527536"/>
                    <a:pt x="590806" y="495613"/>
                    <a:pt x="597342" y="466506"/>
                  </a:cubicBezTo>
                  <a:cubicBezTo>
                    <a:pt x="629158" y="324727"/>
                    <a:pt x="723268" y="254198"/>
                    <a:pt x="820592" y="254198"/>
                  </a:cubicBezTo>
                  <a:cubicBezTo>
                    <a:pt x="917916" y="254198"/>
                    <a:pt x="968330" y="297642"/>
                    <a:pt x="968330" y="473656"/>
                  </a:cubicBezTo>
                  <a:lnTo>
                    <a:pt x="968330" y="1116753"/>
                  </a:lnTo>
                  <a:lnTo>
                    <a:pt x="1270305" y="1116753"/>
                  </a:lnTo>
                  <a:lnTo>
                    <a:pt x="1270305" y="549710"/>
                  </a:lnTo>
                  <a:cubicBezTo>
                    <a:pt x="1292045" y="330288"/>
                    <a:pt x="1405006" y="254234"/>
                    <a:pt x="1511467" y="254234"/>
                  </a:cubicBezTo>
                  <a:cubicBezTo>
                    <a:pt x="1617927" y="254234"/>
                    <a:pt x="1644001" y="328121"/>
                    <a:pt x="1644001" y="473692"/>
                  </a:cubicBezTo>
                  <a:lnTo>
                    <a:pt x="1644001" y="833231"/>
                  </a:lnTo>
                  <a:cubicBezTo>
                    <a:pt x="1644001" y="1005923"/>
                    <a:pt x="1755662" y="1125384"/>
                    <a:pt x="1948179" y="1135135"/>
                  </a:cubicBezTo>
                  <a:lnTo>
                    <a:pt x="1948179" y="39110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6" name="Freihandform: Form 35">
              <a:extLst>
                <a:ext uri="{FF2B5EF4-FFF2-40B4-BE49-F238E27FC236}">
                  <a16:creationId xmlns:a16="http://schemas.microsoft.com/office/drawing/2014/main" id="{9ACA36CF-598F-63D0-A3B8-31BF34551972}"/>
                </a:ext>
              </a:extLst>
            </p:cNvPr>
            <p:cNvSpPr/>
            <p:nvPr/>
          </p:nvSpPr>
          <p:spPr>
            <a:xfrm>
              <a:off x="5035697" y="4193979"/>
              <a:ext cx="910332" cy="1088477"/>
            </a:xfrm>
            <a:custGeom>
              <a:avLst/>
              <a:gdLst>
                <a:gd name="connsiteX0" fmla="*/ 326785 w 910332"/>
                <a:gd name="connsiteY0" fmla="*/ 851469 h 1088477"/>
                <a:gd name="connsiteX1" fmla="*/ 897296 w 910332"/>
                <a:gd name="connsiteY1" fmla="*/ 235817 h 1088477"/>
                <a:gd name="connsiteX2" fmla="*/ 897296 w 910332"/>
                <a:gd name="connsiteY2" fmla="*/ 5381 h 1088477"/>
                <a:gd name="connsiteX3" fmla="*/ 897296 w 910332"/>
                <a:gd name="connsiteY3" fmla="*/ 5381 h 1088477"/>
                <a:gd name="connsiteX4" fmla="*/ 897296 w 910332"/>
                <a:gd name="connsiteY4" fmla="*/ 0 h 1088477"/>
                <a:gd name="connsiteX5" fmla="*/ 22535 w 910332"/>
                <a:gd name="connsiteY5" fmla="*/ 0 h 1088477"/>
                <a:gd name="connsiteX6" fmla="*/ 22535 w 910332"/>
                <a:gd name="connsiteY6" fmla="*/ 225958 h 1088477"/>
                <a:gd name="connsiteX7" fmla="*/ 600629 w 910332"/>
                <a:gd name="connsiteY7" fmla="*/ 225958 h 1088477"/>
                <a:gd name="connsiteX8" fmla="*/ 0 w 910332"/>
                <a:gd name="connsiteY8" fmla="*/ 868947 h 1088477"/>
                <a:gd name="connsiteX9" fmla="*/ 0 w 910332"/>
                <a:gd name="connsiteY9" fmla="*/ 1088477 h 1088477"/>
                <a:gd name="connsiteX10" fmla="*/ 910333 w 910332"/>
                <a:gd name="connsiteY10" fmla="*/ 1088477 h 1088477"/>
                <a:gd name="connsiteX11" fmla="*/ 910333 w 910332"/>
                <a:gd name="connsiteY11" fmla="*/ 851469 h 1088477"/>
                <a:gd name="connsiteX12" fmla="*/ 326785 w 910332"/>
                <a:gd name="connsiteY12" fmla="*/ 851469 h 10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0332" h="1088477">
                  <a:moveTo>
                    <a:pt x="326785" y="851469"/>
                  </a:moveTo>
                  <a:lnTo>
                    <a:pt x="897296" y="235817"/>
                  </a:lnTo>
                  <a:lnTo>
                    <a:pt x="897296" y="5381"/>
                  </a:lnTo>
                  <a:lnTo>
                    <a:pt x="897296" y="5381"/>
                  </a:lnTo>
                  <a:lnTo>
                    <a:pt x="897296" y="0"/>
                  </a:lnTo>
                  <a:lnTo>
                    <a:pt x="22535" y="0"/>
                  </a:lnTo>
                  <a:lnTo>
                    <a:pt x="22535" y="225958"/>
                  </a:lnTo>
                  <a:lnTo>
                    <a:pt x="600629" y="225958"/>
                  </a:lnTo>
                  <a:lnTo>
                    <a:pt x="0" y="868947"/>
                  </a:lnTo>
                  <a:lnTo>
                    <a:pt x="0" y="1088477"/>
                  </a:lnTo>
                  <a:lnTo>
                    <a:pt x="910333" y="1088477"/>
                  </a:lnTo>
                  <a:lnTo>
                    <a:pt x="910333" y="851469"/>
                  </a:lnTo>
                  <a:lnTo>
                    <a:pt x="326785" y="851469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1F3415DE-B9A1-439B-AA76-ACBD6783EB0E}"/>
                </a:ext>
              </a:extLst>
            </p:cNvPr>
            <p:cNvSpPr/>
            <p:nvPr/>
          </p:nvSpPr>
          <p:spPr>
            <a:xfrm>
              <a:off x="6099401" y="4169495"/>
              <a:ext cx="1028023" cy="1115344"/>
            </a:xfrm>
            <a:custGeom>
              <a:avLst/>
              <a:gdLst>
                <a:gd name="connsiteX0" fmla="*/ 670832 w 1028023"/>
                <a:gd name="connsiteY0" fmla="*/ 897368 h 1115344"/>
                <a:gd name="connsiteX1" fmla="*/ 328879 w 1028023"/>
                <a:gd name="connsiteY1" fmla="*/ 1115345 h 1115344"/>
                <a:gd name="connsiteX2" fmla="*/ 0 w 1028023"/>
                <a:gd name="connsiteY2" fmla="*/ 836373 h 1115344"/>
                <a:gd name="connsiteX3" fmla="*/ 389874 w 1028023"/>
                <a:gd name="connsiteY3" fmla="*/ 498754 h 1115344"/>
                <a:gd name="connsiteX4" fmla="*/ 668665 w 1028023"/>
                <a:gd name="connsiteY4" fmla="*/ 415984 h 1115344"/>
                <a:gd name="connsiteX5" fmla="*/ 668665 w 1028023"/>
                <a:gd name="connsiteY5" fmla="*/ 392041 h 1115344"/>
                <a:gd name="connsiteX6" fmla="*/ 483515 w 1028023"/>
                <a:gd name="connsiteY6" fmla="*/ 224333 h 1115344"/>
                <a:gd name="connsiteX7" fmla="*/ 235203 w 1028023"/>
                <a:gd name="connsiteY7" fmla="*/ 383338 h 1115344"/>
                <a:gd name="connsiteX8" fmla="*/ 8703 w 1028023"/>
                <a:gd name="connsiteY8" fmla="*/ 261349 h 1115344"/>
                <a:gd name="connsiteX9" fmla="*/ 513994 w 1028023"/>
                <a:gd name="connsiteY9" fmla="*/ 0 h 1115344"/>
                <a:gd name="connsiteX10" fmla="*/ 964863 w 1028023"/>
                <a:gd name="connsiteY10" fmla="*/ 409483 h 1115344"/>
                <a:gd name="connsiteX11" fmla="*/ 964863 w 1028023"/>
                <a:gd name="connsiteY11" fmla="*/ 762342 h 1115344"/>
                <a:gd name="connsiteX12" fmla="*/ 1028024 w 1028023"/>
                <a:gd name="connsiteY12" fmla="*/ 1112528 h 1115344"/>
                <a:gd name="connsiteX13" fmla="*/ 725290 w 1028023"/>
                <a:gd name="connsiteY13" fmla="*/ 1112528 h 1115344"/>
                <a:gd name="connsiteX14" fmla="*/ 670832 w 1028023"/>
                <a:gd name="connsiteY14" fmla="*/ 897404 h 1115344"/>
                <a:gd name="connsiteX15" fmla="*/ 676104 w 1028023"/>
                <a:gd name="connsiteY15" fmla="*/ 711603 h 1115344"/>
                <a:gd name="connsiteX16" fmla="*/ 676104 w 1028023"/>
                <a:gd name="connsiteY16" fmla="*/ 543715 h 1115344"/>
                <a:gd name="connsiteX17" fmla="*/ 676104 w 1028023"/>
                <a:gd name="connsiteY17" fmla="*/ 543715 h 1115344"/>
                <a:gd name="connsiteX18" fmla="*/ 532339 w 1028023"/>
                <a:gd name="connsiteY18" fmla="*/ 605468 h 1115344"/>
                <a:gd name="connsiteX19" fmla="*/ 308006 w 1028023"/>
                <a:gd name="connsiteY19" fmla="*/ 783468 h 1115344"/>
                <a:gd name="connsiteX20" fmla="*/ 440865 w 1028023"/>
                <a:gd name="connsiteY20" fmla="*/ 918494 h 1115344"/>
                <a:gd name="connsiteX21" fmla="*/ 676104 w 1028023"/>
                <a:gd name="connsiteY21" fmla="*/ 711567 h 111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8023" h="1115344">
                  <a:moveTo>
                    <a:pt x="670832" y="897368"/>
                  </a:moveTo>
                  <a:cubicBezTo>
                    <a:pt x="620093" y="1041639"/>
                    <a:pt x="485681" y="1115345"/>
                    <a:pt x="328879" y="1115345"/>
                  </a:cubicBezTo>
                  <a:cubicBezTo>
                    <a:pt x="119786" y="1115345"/>
                    <a:pt x="0" y="1017154"/>
                    <a:pt x="0" y="836373"/>
                  </a:cubicBezTo>
                  <a:cubicBezTo>
                    <a:pt x="0" y="629447"/>
                    <a:pt x="163374" y="544509"/>
                    <a:pt x="389874" y="498754"/>
                  </a:cubicBezTo>
                  <a:cubicBezTo>
                    <a:pt x="577191" y="459536"/>
                    <a:pt x="659962" y="439963"/>
                    <a:pt x="668665" y="415984"/>
                  </a:cubicBezTo>
                  <a:lnTo>
                    <a:pt x="668665" y="392041"/>
                  </a:lnTo>
                  <a:cubicBezTo>
                    <a:pt x="668665" y="287494"/>
                    <a:pt x="616410" y="224333"/>
                    <a:pt x="483515" y="224333"/>
                  </a:cubicBezTo>
                  <a:cubicBezTo>
                    <a:pt x="350619" y="224333"/>
                    <a:pt x="270052" y="302734"/>
                    <a:pt x="235203" y="383338"/>
                  </a:cubicBezTo>
                  <a:lnTo>
                    <a:pt x="8703" y="261349"/>
                  </a:lnTo>
                  <a:cubicBezTo>
                    <a:pt x="87104" y="100177"/>
                    <a:pt x="278791" y="0"/>
                    <a:pt x="513994" y="0"/>
                  </a:cubicBezTo>
                  <a:cubicBezTo>
                    <a:pt x="821098" y="0"/>
                    <a:pt x="964863" y="143729"/>
                    <a:pt x="964863" y="409483"/>
                  </a:cubicBezTo>
                  <a:lnTo>
                    <a:pt x="964863" y="762342"/>
                  </a:lnTo>
                  <a:cubicBezTo>
                    <a:pt x="964863" y="988841"/>
                    <a:pt x="991008" y="1082013"/>
                    <a:pt x="1028024" y="1112528"/>
                  </a:cubicBezTo>
                  <a:lnTo>
                    <a:pt x="725290" y="1112528"/>
                  </a:lnTo>
                  <a:cubicBezTo>
                    <a:pt x="699144" y="1088585"/>
                    <a:pt x="677368" y="1021560"/>
                    <a:pt x="670832" y="897404"/>
                  </a:cubicBezTo>
                  <a:close/>
                  <a:moveTo>
                    <a:pt x="676104" y="711603"/>
                  </a:moveTo>
                  <a:lnTo>
                    <a:pt x="676104" y="543715"/>
                  </a:lnTo>
                  <a:lnTo>
                    <a:pt x="676104" y="543715"/>
                  </a:lnTo>
                  <a:cubicBezTo>
                    <a:pt x="646564" y="571016"/>
                    <a:pt x="610776" y="581525"/>
                    <a:pt x="532339" y="605468"/>
                  </a:cubicBezTo>
                  <a:cubicBezTo>
                    <a:pt x="384241" y="646853"/>
                    <a:pt x="308006" y="685458"/>
                    <a:pt x="308006" y="783468"/>
                  </a:cubicBezTo>
                  <a:cubicBezTo>
                    <a:pt x="308006" y="870608"/>
                    <a:pt x="369001" y="918494"/>
                    <a:pt x="440865" y="918494"/>
                  </a:cubicBezTo>
                  <a:cubicBezTo>
                    <a:pt x="549782" y="918494"/>
                    <a:pt x="654328" y="837926"/>
                    <a:pt x="676104" y="71156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A48FC575-AA5C-B61F-789F-4E44F574F141}"/>
                </a:ext>
              </a:extLst>
            </p:cNvPr>
            <p:cNvSpPr/>
            <p:nvPr/>
          </p:nvSpPr>
          <p:spPr>
            <a:xfrm>
              <a:off x="4301487" y="2782401"/>
              <a:ext cx="1066448" cy="1110650"/>
            </a:xfrm>
            <a:custGeom>
              <a:avLst/>
              <a:gdLst>
                <a:gd name="connsiteX0" fmla="*/ 0 w 1066448"/>
                <a:gd name="connsiteY0" fmla="*/ 556390 h 1110650"/>
                <a:gd name="connsiteX1" fmla="*/ 541657 w 1066448"/>
                <a:gd name="connsiteY1" fmla="*/ 0 h 1110650"/>
                <a:gd name="connsiteX2" fmla="*/ 1066448 w 1066448"/>
                <a:gd name="connsiteY2" fmla="*/ 545846 h 1110650"/>
                <a:gd name="connsiteX3" fmla="*/ 526923 w 1066448"/>
                <a:gd name="connsiteY3" fmla="*/ 1110650 h 1110650"/>
                <a:gd name="connsiteX4" fmla="*/ 36 w 1066448"/>
                <a:gd name="connsiteY4" fmla="*/ 556354 h 1110650"/>
                <a:gd name="connsiteX5" fmla="*/ 765051 w 1066448"/>
                <a:gd name="connsiteY5" fmla="*/ 550071 h 1110650"/>
                <a:gd name="connsiteX6" fmla="*/ 537431 w 1066448"/>
                <a:gd name="connsiteY6" fmla="*/ 216569 h 1110650"/>
                <a:gd name="connsiteX7" fmla="*/ 305587 w 1066448"/>
                <a:gd name="connsiteY7" fmla="*/ 547976 h 1110650"/>
                <a:gd name="connsiteX8" fmla="*/ 528981 w 1066448"/>
                <a:gd name="connsiteY8" fmla="*/ 892023 h 1110650"/>
                <a:gd name="connsiteX9" fmla="*/ 765051 w 1066448"/>
                <a:gd name="connsiteY9" fmla="*/ 550071 h 111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6448" h="1110650">
                  <a:moveTo>
                    <a:pt x="0" y="556390"/>
                  </a:moveTo>
                  <a:cubicBezTo>
                    <a:pt x="0" y="238164"/>
                    <a:pt x="198115" y="0"/>
                    <a:pt x="541657" y="0"/>
                  </a:cubicBezTo>
                  <a:cubicBezTo>
                    <a:pt x="885198" y="0"/>
                    <a:pt x="1066448" y="214980"/>
                    <a:pt x="1066448" y="545846"/>
                  </a:cubicBezTo>
                  <a:cubicBezTo>
                    <a:pt x="1066448" y="876711"/>
                    <a:pt x="868333" y="1110650"/>
                    <a:pt x="526923" y="1110650"/>
                  </a:cubicBezTo>
                  <a:cubicBezTo>
                    <a:pt x="185512" y="1110650"/>
                    <a:pt x="36" y="893576"/>
                    <a:pt x="36" y="556354"/>
                  </a:cubicBezTo>
                  <a:close/>
                  <a:moveTo>
                    <a:pt x="765051" y="550071"/>
                  </a:moveTo>
                  <a:cubicBezTo>
                    <a:pt x="765051" y="335091"/>
                    <a:pt x="689177" y="216569"/>
                    <a:pt x="537431" y="216569"/>
                  </a:cubicBezTo>
                  <a:cubicBezTo>
                    <a:pt x="385685" y="216569"/>
                    <a:pt x="305587" y="335127"/>
                    <a:pt x="305587" y="547976"/>
                  </a:cubicBezTo>
                  <a:cubicBezTo>
                    <a:pt x="305587" y="760825"/>
                    <a:pt x="379329" y="892023"/>
                    <a:pt x="528981" y="892023"/>
                  </a:cubicBezTo>
                  <a:cubicBezTo>
                    <a:pt x="678633" y="892023"/>
                    <a:pt x="765051" y="769276"/>
                    <a:pt x="765051" y="55007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37C761B1-680D-2BC4-1FE4-95C5B4FF8EDD}"/>
                </a:ext>
              </a:extLst>
            </p:cNvPr>
            <p:cNvSpPr/>
            <p:nvPr/>
          </p:nvSpPr>
          <p:spPr>
            <a:xfrm>
              <a:off x="6410838" y="2808294"/>
              <a:ext cx="1066231" cy="1086021"/>
            </a:xfrm>
            <a:custGeom>
              <a:avLst/>
              <a:gdLst>
                <a:gd name="connsiteX0" fmla="*/ 0 w 1066231"/>
                <a:gd name="connsiteY0" fmla="*/ 1228 h 1086021"/>
                <a:gd name="connsiteX1" fmla="*/ 283955 w 1066231"/>
                <a:gd name="connsiteY1" fmla="*/ 1228 h 1086021"/>
                <a:gd name="connsiteX2" fmla="*/ 526381 w 1066231"/>
                <a:gd name="connsiteY2" fmla="*/ 790691 h 1086021"/>
                <a:gd name="connsiteX3" fmla="*/ 539381 w 1066231"/>
                <a:gd name="connsiteY3" fmla="*/ 790691 h 1086021"/>
                <a:gd name="connsiteX4" fmla="*/ 777545 w 1066231"/>
                <a:gd name="connsiteY4" fmla="*/ 0 h 1086021"/>
                <a:gd name="connsiteX5" fmla="*/ 1066232 w 1066231"/>
                <a:gd name="connsiteY5" fmla="*/ 0 h 1086021"/>
                <a:gd name="connsiteX6" fmla="*/ 675346 w 1066231"/>
                <a:gd name="connsiteY6" fmla="*/ 1086021 h 1086021"/>
                <a:gd name="connsiteX7" fmla="*/ 394821 w 1066231"/>
                <a:gd name="connsiteY7" fmla="*/ 1084866 h 1086021"/>
                <a:gd name="connsiteX8" fmla="*/ 0 w 1066231"/>
                <a:gd name="connsiteY8" fmla="*/ 1228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31" h="1086021">
                  <a:moveTo>
                    <a:pt x="0" y="1228"/>
                  </a:moveTo>
                  <a:lnTo>
                    <a:pt x="283955" y="1228"/>
                  </a:lnTo>
                  <a:lnTo>
                    <a:pt x="526381" y="790691"/>
                  </a:lnTo>
                  <a:lnTo>
                    <a:pt x="539381" y="790691"/>
                  </a:lnTo>
                  <a:lnTo>
                    <a:pt x="777545" y="0"/>
                  </a:lnTo>
                  <a:lnTo>
                    <a:pt x="1066232" y="0"/>
                  </a:lnTo>
                  <a:lnTo>
                    <a:pt x="675346" y="1086021"/>
                  </a:lnTo>
                  <a:lnTo>
                    <a:pt x="394821" y="1084866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0" name="Freihandform: Form 39">
              <a:extLst>
                <a:ext uri="{FF2B5EF4-FFF2-40B4-BE49-F238E27FC236}">
                  <a16:creationId xmlns:a16="http://schemas.microsoft.com/office/drawing/2014/main" id="{2CD91D7C-19D1-E957-12D2-4F703DF2760D}"/>
                </a:ext>
              </a:extLst>
            </p:cNvPr>
            <p:cNvSpPr/>
            <p:nvPr/>
          </p:nvSpPr>
          <p:spPr>
            <a:xfrm>
              <a:off x="3393430" y="2257682"/>
              <a:ext cx="851865" cy="1636633"/>
            </a:xfrm>
            <a:custGeom>
              <a:avLst/>
              <a:gdLst>
                <a:gd name="connsiteX0" fmla="*/ 561374 w 851865"/>
                <a:gd name="connsiteY0" fmla="*/ 396700 h 1636633"/>
                <a:gd name="connsiteX1" fmla="*/ 717454 w 851865"/>
                <a:gd name="connsiteY1" fmla="*/ 227619 h 1636633"/>
                <a:gd name="connsiteX2" fmla="*/ 851866 w 851865"/>
                <a:gd name="connsiteY2" fmla="*/ 247120 h 1636633"/>
                <a:gd name="connsiteX3" fmla="*/ 851866 w 851865"/>
                <a:gd name="connsiteY3" fmla="*/ 26001 h 1636633"/>
                <a:gd name="connsiteX4" fmla="*/ 648117 w 851865"/>
                <a:gd name="connsiteY4" fmla="*/ 0 h 1636633"/>
                <a:gd name="connsiteX5" fmla="*/ 277419 w 851865"/>
                <a:gd name="connsiteY5" fmla="*/ 381496 h 1636633"/>
                <a:gd name="connsiteX6" fmla="*/ 277419 w 851865"/>
                <a:gd name="connsiteY6" fmla="*/ 550576 h 1636633"/>
                <a:gd name="connsiteX7" fmla="*/ 85226 w 851865"/>
                <a:gd name="connsiteY7" fmla="*/ 550576 h 1636633"/>
                <a:gd name="connsiteX8" fmla="*/ 0 w 851865"/>
                <a:gd name="connsiteY8" fmla="*/ 784696 h 1636633"/>
                <a:gd name="connsiteX9" fmla="*/ 277419 w 851865"/>
                <a:gd name="connsiteY9" fmla="*/ 784696 h 1636633"/>
                <a:gd name="connsiteX10" fmla="*/ 277419 w 851865"/>
                <a:gd name="connsiteY10" fmla="*/ 1636634 h 1636633"/>
                <a:gd name="connsiteX11" fmla="*/ 561410 w 851865"/>
                <a:gd name="connsiteY11" fmla="*/ 1636634 h 1636633"/>
                <a:gd name="connsiteX12" fmla="*/ 561410 w 851865"/>
                <a:gd name="connsiteY12" fmla="*/ 767831 h 1636633"/>
                <a:gd name="connsiteX13" fmla="*/ 552743 w 851865"/>
                <a:gd name="connsiteY13" fmla="*/ 784732 h 1636633"/>
                <a:gd name="connsiteX14" fmla="*/ 822650 w 851865"/>
                <a:gd name="connsiteY14" fmla="*/ 784732 h 1636633"/>
                <a:gd name="connsiteX15" fmla="*/ 822650 w 851865"/>
                <a:gd name="connsiteY15" fmla="*/ 550612 h 1636633"/>
                <a:gd name="connsiteX16" fmla="*/ 552743 w 851865"/>
                <a:gd name="connsiteY16" fmla="*/ 550612 h 1636633"/>
                <a:gd name="connsiteX17" fmla="*/ 561410 w 851865"/>
                <a:gd name="connsiteY17" fmla="*/ 585281 h 1636633"/>
                <a:gd name="connsiteX18" fmla="*/ 561410 w 851865"/>
                <a:gd name="connsiteY18" fmla="*/ 396700 h 163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1865" h="1636633">
                  <a:moveTo>
                    <a:pt x="561374" y="396700"/>
                  </a:moveTo>
                  <a:cubicBezTo>
                    <a:pt x="561374" y="273157"/>
                    <a:pt x="602543" y="227619"/>
                    <a:pt x="717454" y="227619"/>
                  </a:cubicBezTo>
                  <a:cubicBezTo>
                    <a:pt x="769492" y="227619"/>
                    <a:pt x="814995" y="236286"/>
                    <a:pt x="851866" y="247120"/>
                  </a:cubicBezTo>
                  <a:lnTo>
                    <a:pt x="851866" y="26001"/>
                  </a:lnTo>
                  <a:cubicBezTo>
                    <a:pt x="810697" y="15167"/>
                    <a:pt x="758658" y="0"/>
                    <a:pt x="648117" y="0"/>
                  </a:cubicBezTo>
                  <a:cubicBezTo>
                    <a:pt x="403164" y="0"/>
                    <a:pt x="277419" y="145246"/>
                    <a:pt x="277419" y="381496"/>
                  </a:cubicBezTo>
                  <a:lnTo>
                    <a:pt x="277419" y="550576"/>
                  </a:lnTo>
                  <a:lnTo>
                    <a:pt x="85226" y="550576"/>
                  </a:lnTo>
                  <a:lnTo>
                    <a:pt x="0" y="784696"/>
                  </a:lnTo>
                  <a:lnTo>
                    <a:pt x="277419" y="784696"/>
                  </a:lnTo>
                  <a:lnTo>
                    <a:pt x="277419" y="1636634"/>
                  </a:lnTo>
                  <a:lnTo>
                    <a:pt x="561410" y="1636634"/>
                  </a:lnTo>
                  <a:lnTo>
                    <a:pt x="561410" y="767831"/>
                  </a:lnTo>
                  <a:lnTo>
                    <a:pt x="552743" y="784732"/>
                  </a:lnTo>
                  <a:lnTo>
                    <a:pt x="822650" y="784732"/>
                  </a:lnTo>
                  <a:lnTo>
                    <a:pt x="822650" y="550612"/>
                  </a:lnTo>
                  <a:lnTo>
                    <a:pt x="552743" y="550612"/>
                  </a:lnTo>
                  <a:lnTo>
                    <a:pt x="561410" y="585281"/>
                  </a:lnTo>
                  <a:lnTo>
                    <a:pt x="561410" y="39670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" name="Freihandform: Form 40">
              <a:extLst>
                <a:ext uri="{FF2B5EF4-FFF2-40B4-BE49-F238E27FC236}">
                  <a16:creationId xmlns:a16="http://schemas.microsoft.com/office/drawing/2014/main" id="{9425A45B-8051-7546-127E-506556294957}"/>
                </a:ext>
              </a:extLst>
            </p:cNvPr>
            <p:cNvSpPr/>
            <p:nvPr/>
          </p:nvSpPr>
          <p:spPr>
            <a:xfrm>
              <a:off x="5437019" y="2809522"/>
              <a:ext cx="840273" cy="1083529"/>
            </a:xfrm>
            <a:custGeom>
              <a:avLst/>
              <a:gdLst>
                <a:gd name="connsiteX0" fmla="*/ 826190 w 840273"/>
                <a:gd name="connsiteY0" fmla="*/ 2492 h 1083529"/>
                <a:gd name="connsiteX1" fmla="*/ 462100 w 840273"/>
                <a:gd name="connsiteY1" fmla="*/ 341700 h 1083529"/>
                <a:gd name="connsiteX2" fmla="*/ 453108 w 840273"/>
                <a:gd name="connsiteY2" fmla="*/ 341772 h 1083529"/>
                <a:gd name="connsiteX3" fmla="*/ 464158 w 840273"/>
                <a:gd name="connsiteY3" fmla="*/ 154780 h 1083529"/>
                <a:gd name="connsiteX4" fmla="*/ 463870 w 840273"/>
                <a:gd name="connsiteY4" fmla="*/ 0 h 1083529"/>
                <a:gd name="connsiteX5" fmla="*/ 82410 w 840273"/>
                <a:gd name="connsiteY5" fmla="*/ 0 h 1083529"/>
                <a:gd name="connsiteX6" fmla="*/ 0 w 840273"/>
                <a:gd name="connsiteY6" fmla="*/ 224875 h 1083529"/>
                <a:gd name="connsiteX7" fmla="*/ 212849 w 840273"/>
                <a:gd name="connsiteY7" fmla="*/ 224875 h 1083529"/>
                <a:gd name="connsiteX8" fmla="*/ 212849 w 840273"/>
                <a:gd name="connsiteY8" fmla="*/ 1083530 h 1083529"/>
                <a:gd name="connsiteX9" fmla="*/ 488535 w 840273"/>
                <a:gd name="connsiteY9" fmla="*/ 1083530 h 1083529"/>
                <a:gd name="connsiteX10" fmla="*/ 488535 w 840273"/>
                <a:gd name="connsiteY10" fmla="*/ 684266 h 1083529"/>
                <a:gd name="connsiteX11" fmla="*/ 760970 w 840273"/>
                <a:gd name="connsiteY11" fmla="*/ 332708 h 1083529"/>
                <a:gd name="connsiteX12" fmla="*/ 840274 w 840273"/>
                <a:gd name="connsiteY12" fmla="*/ 332708 h 1083529"/>
                <a:gd name="connsiteX13" fmla="*/ 840274 w 840273"/>
                <a:gd name="connsiteY13" fmla="*/ 2456 h 1083529"/>
                <a:gd name="connsiteX14" fmla="*/ 826153 w 840273"/>
                <a:gd name="connsiteY14" fmla="*/ 2456 h 108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0273" h="1083529">
                  <a:moveTo>
                    <a:pt x="826190" y="2492"/>
                  </a:moveTo>
                  <a:cubicBezTo>
                    <a:pt x="640786" y="2492"/>
                    <a:pt x="490918" y="119786"/>
                    <a:pt x="462100" y="341700"/>
                  </a:cubicBezTo>
                  <a:lnTo>
                    <a:pt x="453108" y="341772"/>
                  </a:lnTo>
                  <a:lnTo>
                    <a:pt x="464158" y="154780"/>
                  </a:lnTo>
                  <a:lnTo>
                    <a:pt x="463870" y="0"/>
                  </a:lnTo>
                  <a:lnTo>
                    <a:pt x="82410" y="0"/>
                  </a:lnTo>
                  <a:lnTo>
                    <a:pt x="0" y="224875"/>
                  </a:lnTo>
                  <a:lnTo>
                    <a:pt x="212849" y="224875"/>
                  </a:lnTo>
                  <a:lnTo>
                    <a:pt x="212849" y="1083530"/>
                  </a:lnTo>
                  <a:lnTo>
                    <a:pt x="488535" y="1083530"/>
                  </a:lnTo>
                  <a:lnTo>
                    <a:pt x="488535" y="684266"/>
                  </a:lnTo>
                  <a:cubicBezTo>
                    <a:pt x="488535" y="440432"/>
                    <a:pt x="517894" y="332708"/>
                    <a:pt x="760970" y="332708"/>
                  </a:cubicBezTo>
                  <a:lnTo>
                    <a:pt x="840274" y="332708"/>
                  </a:lnTo>
                  <a:lnTo>
                    <a:pt x="840274" y="2456"/>
                  </a:lnTo>
                  <a:lnTo>
                    <a:pt x="826153" y="2456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2" name="Freihandform: Form 41">
              <a:extLst>
                <a:ext uri="{FF2B5EF4-FFF2-40B4-BE49-F238E27FC236}">
                  <a16:creationId xmlns:a16="http://schemas.microsoft.com/office/drawing/2014/main" id="{F35EFD2D-6F0E-4BED-A231-492EC87CBCDF}"/>
                </a:ext>
              </a:extLst>
            </p:cNvPr>
            <p:cNvSpPr/>
            <p:nvPr/>
          </p:nvSpPr>
          <p:spPr>
            <a:xfrm>
              <a:off x="7188817" y="4190765"/>
              <a:ext cx="848471" cy="1094074"/>
            </a:xfrm>
            <a:custGeom>
              <a:avLst/>
              <a:gdLst>
                <a:gd name="connsiteX0" fmla="*/ 834171 w 848471"/>
                <a:gd name="connsiteY0" fmla="*/ 2528 h 1094074"/>
                <a:gd name="connsiteX1" fmla="*/ 466542 w 848471"/>
                <a:gd name="connsiteY1" fmla="*/ 345022 h 1094074"/>
                <a:gd name="connsiteX2" fmla="*/ 457478 w 848471"/>
                <a:gd name="connsiteY2" fmla="*/ 345094 h 1094074"/>
                <a:gd name="connsiteX3" fmla="*/ 468636 w 848471"/>
                <a:gd name="connsiteY3" fmla="*/ 156296 h 1094074"/>
                <a:gd name="connsiteX4" fmla="*/ 468348 w 848471"/>
                <a:gd name="connsiteY4" fmla="*/ 0 h 1094074"/>
                <a:gd name="connsiteX5" fmla="*/ 83204 w 848471"/>
                <a:gd name="connsiteY5" fmla="*/ 0 h 1094074"/>
                <a:gd name="connsiteX6" fmla="*/ 0 w 848471"/>
                <a:gd name="connsiteY6" fmla="*/ 227078 h 1094074"/>
                <a:gd name="connsiteX7" fmla="*/ 214944 w 848471"/>
                <a:gd name="connsiteY7" fmla="*/ 227078 h 1094074"/>
                <a:gd name="connsiteX8" fmla="*/ 214944 w 848471"/>
                <a:gd name="connsiteY8" fmla="*/ 1094075 h 1094074"/>
                <a:gd name="connsiteX9" fmla="*/ 493302 w 848471"/>
                <a:gd name="connsiteY9" fmla="*/ 1094075 h 1094074"/>
                <a:gd name="connsiteX10" fmla="*/ 493302 w 848471"/>
                <a:gd name="connsiteY10" fmla="*/ 690911 h 1094074"/>
                <a:gd name="connsiteX11" fmla="*/ 768409 w 848471"/>
                <a:gd name="connsiteY11" fmla="*/ 335958 h 1094074"/>
                <a:gd name="connsiteX12" fmla="*/ 848471 w 848471"/>
                <a:gd name="connsiteY12" fmla="*/ 335958 h 1094074"/>
                <a:gd name="connsiteX13" fmla="*/ 848471 w 848471"/>
                <a:gd name="connsiteY13" fmla="*/ 2528 h 1094074"/>
                <a:gd name="connsiteX14" fmla="*/ 834207 w 848471"/>
                <a:gd name="connsiteY14" fmla="*/ 2528 h 109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8471" h="1094074">
                  <a:moveTo>
                    <a:pt x="834171" y="2528"/>
                  </a:moveTo>
                  <a:cubicBezTo>
                    <a:pt x="646962" y="2528"/>
                    <a:pt x="495649" y="120942"/>
                    <a:pt x="466542" y="345022"/>
                  </a:cubicBezTo>
                  <a:lnTo>
                    <a:pt x="457478" y="345094"/>
                  </a:lnTo>
                  <a:lnTo>
                    <a:pt x="468636" y="156296"/>
                  </a:lnTo>
                  <a:lnTo>
                    <a:pt x="468348" y="0"/>
                  </a:lnTo>
                  <a:lnTo>
                    <a:pt x="83204" y="0"/>
                  </a:lnTo>
                  <a:lnTo>
                    <a:pt x="0" y="227078"/>
                  </a:lnTo>
                  <a:lnTo>
                    <a:pt x="214944" y="227078"/>
                  </a:lnTo>
                  <a:lnTo>
                    <a:pt x="214944" y="1094075"/>
                  </a:lnTo>
                  <a:lnTo>
                    <a:pt x="493302" y="1094075"/>
                  </a:lnTo>
                  <a:lnTo>
                    <a:pt x="493302" y="690911"/>
                  </a:lnTo>
                  <a:cubicBezTo>
                    <a:pt x="493302" y="444730"/>
                    <a:pt x="522950" y="335958"/>
                    <a:pt x="768409" y="335958"/>
                  </a:cubicBezTo>
                  <a:lnTo>
                    <a:pt x="848471" y="335958"/>
                  </a:lnTo>
                  <a:lnTo>
                    <a:pt x="848471" y="2528"/>
                  </a:lnTo>
                  <a:lnTo>
                    <a:pt x="834207" y="25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3" name="Freihandform: Form 42">
              <a:extLst>
                <a:ext uri="{FF2B5EF4-FFF2-40B4-BE49-F238E27FC236}">
                  <a16:creationId xmlns:a16="http://schemas.microsoft.com/office/drawing/2014/main" id="{E61F7661-52A7-22D2-4F88-3E0BE8F1ADB6}"/>
                </a:ext>
              </a:extLst>
            </p:cNvPr>
            <p:cNvSpPr/>
            <p:nvPr/>
          </p:nvSpPr>
          <p:spPr>
            <a:xfrm>
              <a:off x="7359955" y="2808294"/>
              <a:ext cx="682026" cy="1086021"/>
            </a:xfrm>
            <a:custGeom>
              <a:avLst/>
              <a:gdLst>
                <a:gd name="connsiteX0" fmla="*/ 0 w 682026"/>
                <a:gd name="connsiteY0" fmla="*/ 1086021 h 1086021"/>
                <a:gd name="connsiteX1" fmla="*/ 286772 w 682026"/>
                <a:gd name="connsiteY1" fmla="*/ 1086021 h 1086021"/>
                <a:gd name="connsiteX2" fmla="*/ 682027 w 682026"/>
                <a:gd name="connsiteY2" fmla="*/ 0 h 1086021"/>
                <a:gd name="connsiteX3" fmla="*/ 395291 w 682026"/>
                <a:gd name="connsiteY3" fmla="*/ 0 h 1086021"/>
                <a:gd name="connsiteX4" fmla="*/ 0 w 682026"/>
                <a:gd name="connsiteY4" fmla="*/ 1086021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026" h="1086021">
                  <a:moveTo>
                    <a:pt x="0" y="1086021"/>
                  </a:moveTo>
                  <a:lnTo>
                    <a:pt x="286772" y="1086021"/>
                  </a:lnTo>
                  <a:lnTo>
                    <a:pt x="682027" y="0"/>
                  </a:lnTo>
                  <a:lnTo>
                    <a:pt x="395291" y="0"/>
                  </a:lnTo>
                  <a:lnTo>
                    <a:pt x="0" y="1086021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16563516-F382-28D0-26FB-B4C710EBFAB8}"/>
                </a:ext>
              </a:extLst>
            </p:cNvPr>
            <p:cNvSpPr/>
            <p:nvPr/>
          </p:nvSpPr>
          <p:spPr>
            <a:xfrm>
              <a:off x="3838015" y="4167870"/>
              <a:ext cx="1029649" cy="1116969"/>
            </a:xfrm>
            <a:custGeom>
              <a:avLst/>
              <a:gdLst>
                <a:gd name="connsiteX0" fmla="*/ 671879 w 1029649"/>
                <a:gd name="connsiteY0" fmla="*/ 898668 h 1116969"/>
                <a:gd name="connsiteX1" fmla="*/ 329385 w 1029649"/>
                <a:gd name="connsiteY1" fmla="*/ 1116970 h 1116969"/>
                <a:gd name="connsiteX2" fmla="*/ 0 w 1029649"/>
                <a:gd name="connsiteY2" fmla="*/ 837601 h 1116969"/>
                <a:gd name="connsiteX3" fmla="*/ 390452 w 1029649"/>
                <a:gd name="connsiteY3" fmla="*/ 499477 h 1116969"/>
                <a:gd name="connsiteX4" fmla="*/ 669676 w 1029649"/>
                <a:gd name="connsiteY4" fmla="*/ 416598 h 1116969"/>
                <a:gd name="connsiteX5" fmla="*/ 669676 w 1029649"/>
                <a:gd name="connsiteY5" fmla="*/ 392619 h 1116969"/>
                <a:gd name="connsiteX6" fmla="*/ 484273 w 1029649"/>
                <a:gd name="connsiteY6" fmla="*/ 224658 h 1116969"/>
                <a:gd name="connsiteX7" fmla="*/ 235600 w 1029649"/>
                <a:gd name="connsiteY7" fmla="*/ 383916 h 1116969"/>
                <a:gd name="connsiteX8" fmla="*/ 8739 w 1029649"/>
                <a:gd name="connsiteY8" fmla="*/ 261746 h 1116969"/>
                <a:gd name="connsiteX9" fmla="*/ 514825 w 1029649"/>
                <a:gd name="connsiteY9" fmla="*/ 0 h 1116969"/>
                <a:gd name="connsiteX10" fmla="*/ 966379 w 1029649"/>
                <a:gd name="connsiteY10" fmla="*/ 410097 h 1116969"/>
                <a:gd name="connsiteX11" fmla="*/ 966379 w 1029649"/>
                <a:gd name="connsiteY11" fmla="*/ 763498 h 1116969"/>
                <a:gd name="connsiteX12" fmla="*/ 1029649 w 1029649"/>
                <a:gd name="connsiteY12" fmla="*/ 1114189 h 1116969"/>
                <a:gd name="connsiteX13" fmla="*/ 726446 w 1029649"/>
                <a:gd name="connsiteY13" fmla="*/ 1114189 h 1116969"/>
                <a:gd name="connsiteX14" fmla="*/ 671915 w 1029649"/>
                <a:gd name="connsiteY14" fmla="*/ 898740 h 1116969"/>
                <a:gd name="connsiteX15" fmla="*/ 677152 w 1029649"/>
                <a:gd name="connsiteY15" fmla="*/ 712615 h 1116969"/>
                <a:gd name="connsiteX16" fmla="*/ 677152 w 1029649"/>
                <a:gd name="connsiteY16" fmla="*/ 544473 h 1116969"/>
                <a:gd name="connsiteX17" fmla="*/ 677152 w 1029649"/>
                <a:gd name="connsiteY17" fmla="*/ 544473 h 1116969"/>
                <a:gd name="connsiteX18" fmla="*/ 533170 w 1029649"/>
                <a:gd name="connsiteY18" fmla="*/ 606334 h 1116969"/>
                <a:gd name="connsiteX19" fmla="*/ 308476 w 1029649"/>
                <a:gd name="connsiteY19" fmla="*/ 784588 h 1116969"/>
                <a:gd name="connsiteX20" fmla="*/ 441552 w 1029649"/>
                <a:gd name="connsiteY20" fmla="*/ 919830 h 1116969"/>
                <a:gd name="connsiteX21" fmla="*/ 677152 w 1029649"/>
                <a:gd name="connsiteY21" fmla="*/ 712615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9649" h="1116969">
                  <a:moveTo>
                    <a:pt x="671879" y="898668"/>
                  </a:moveTo>
                  <a:cubicBezTo>
                    <a:pt x="621068" y="1043155"/>
                    <a:pt x="486476" y="1116970"/>
                    <a:pt x="329385" y="1116970"/>
                  </a:cubicBezTo>
                  <a:cubicBezTo>
                    <a:pt x="119967" y="1116970"/>
                    <a:pt x="0" y="1018635"/>
                    <a:pt x="0" y="837601"/>
                  </a:cubicBezTo>
                  <a:cubicBezTo>
                    <a:pt x="0" y="630350"/>
                    <a:pt x="163591" y="545304"/>
                    <a:pt x="390452" y="499477"/>
                  </a:cubicBezTo>
                  <a:cubicBezTo>
                    <a:pt x="578058" y="460222"/>
                    <a:pt x="660937" y="440577"/>
                    <a:pt x="669676" y="416598"/>
                  </a:cubicBezTo>
                  <a:lnTo>
                    <a:pt x="669676" y="392619"/>
                  </a:lnTo>
                  <a:cubicBezTo>
                    <a:pt x="669676" y="287928"/>
                    <a:pt x="617313" y="224658"/>
                    <a:pt x="484273" y="224658"/>
                  </a:cubicBezTo>
                  <a:cubicBezTo>
                    <a:pt x="351233" y="224658"/>
                    <a:pt x="270485" y="303167"/>
                    <a:pt x="235600" y="383916"/>
                  </a:cubicBezTo>
                  <a:lnTo>
                    <a:pt x="8739" y="261746"/>
                  </a:lnTo>
                  <a:cubicBezTo>
                    <a:pt x="87285" y="100321"/>
                    <a:pt x="279224" y="0"/>
                    <a:pt x="514825" y="0"/>
                  </a:cubicBezTo>
                  <a:cubicBezTo>
                    <a:pt x="822398" y="0"/>
                    <a:pt x="966379" y="143982"/>
                    <a:pt x="966379" y="410097"/>
                  </a:cubicBezTo>
                  <a:lnTo>
                    <a:pt x="966379" y="763498"/>
                  </a:lnTo>
                  <a:cubicBezTo>
                    <a:pt x="966379" y="990358"/>
                    <a:pt x="992561" y="1083674"/>
                    <a:pt x="1029649" y="1114189"/>
                  </a:cubicBezTo>
                  <a:lnTo>
                    <a:pt x="726446" y="1114189"/>
                  </a:lnTo>
                  <a:cubicBezTo>
                    <a:pt x="700264" y="1090210"/>
                    <a:pt x="678452" y="1023077"/>
                    <a:pt x="671915" y="898740"/>
                  </a:cubicBezTo>
                  <a:close/>
                  <a:moveTo>
                    <a:pt x="677152" y="712615"/>
                  </a:moveTo>
                  <a:lnTo>
                    <a:pt x="677152" y="544473"/>
                  </a:lnTo>
                  <a:lnTo>
                    <a:pt x="677152" y="544473"/>
                  </a:lnTo>
                  <a:cubicBezTo>
                    <a:pt x="647575" y="571811"/>
                    <a:pt x="611715" y="582356"/>
                    <a:pt x="533170" y="606334"/>
                  </a:cubicBezTo>
                  <a:cubicBezTo>
                    <a:pt x="384855" y="647792"/>
                    <a:pt x="308476" y="686433"/>
                    <a:pt x="308476" y="784588"/>
                  </a:cubicBezTo>
                  <a:cubicBezTo>
                    <a:pt x="308476" y="871836"/>
                    <a:pt x="369543" y="919830"/>
                    <a:pt x="441552" y="919830"/>
                  </a:cubicBezTo>
                  <a:cubicBezTo>
                    <a:pt x="550612" y="919830"/>
                    <a:pt x="655340" y="839118"/>
                    <a:pt x="677152" y="71261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99AC2539-DC88-C3EF-B124-EB242BB9E302}"/>
                </a:ext>
              </a:extLst>
            </p:cNvPr>
            <p:cNvSpPr/>
            <p:nvPr/>
          </p:nvSpPr>
          <p:spPr>
            <a:xfrm>
              <a:off x="8099474" y="4191379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7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6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7"/>
                    <a:pt x="438410" y="1100177"/>
                  </a:cubicBezTo>
                  <a:cubicBezTo>
                    <a:pt x="257159" y="1100177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34D1BECD-B0CA-950A-C077-6B46208DA4AF}"/>
                </a:ext>
              </a:extLst>
            </p:cNvPr>
            <p:cNvSpPr/>
            <p:nvPr/>
          </p:nvSpPr>
          <p:spPr>
            <a:xfrm>
              <a:off x="8099474" y="2807536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8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7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8"/>
                    <a:pt x="438410" y="1100178"/>
                  </a:cubicBezTo>
                  <a:cubicBezTo>
                    <a:pt x="257159" y="1100178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7153451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BC3C2-FA7F-3AF9-8770-2A0C452FB7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0BCF2-B02B-ED34-3CE1-385F370CD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124C7-A8E1-C2C4-9251-1FAD4FC4E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2D7ED-E3D6-D344-4CBF-39C6CFF13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4361FFC-8E96-EE12-9B5A-F30BC84A0A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5998" y="1268413"/>
            <a:ext cx="11581199" cy="4681537"/>
          </a:xfrm>
        </p:spPr>
        <p:txBody>
          <a:bodyPr/>
          <a:lstStyle>
            <a:lvl1pPr marL="271463" indent="-271463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defRPr sz="1800"/>
            </a:lvl1pPr>
            <a:lvl2pPr marL="625475" indent="-269875">
              <a:buClr>
                <a:schemeClr val="tx2"/>
              </a:buClr>
              <a:buFont typeface="+mj-lt"/>
              <a:buAutoNum type="arabicPeriod"/>
              <a:defRPr sz="1400"/>
            </a:lvl2pPr>
            <a:lvl3pPr marL="808038" indent="-188913">
              <a:buClr>
                <a:schemeClr val="tx2"/>
              </a:buClr>
              <a:buFont typeface="+mj-lt"/>
              <a:buAutoNum type="arabicPeriod"/>
              <a:defRPr sz="1400"/>
            </a:lvl3pPr>
            <a:lvl4pPr marL="1165225" indent="-276225">
              <a:buClr>
                <a:schemeClr val="tx2"/>
              </a:buClr>
              <a:buFont typeface="+mj-lt"/>
              <a:buAutoNum type="arabicPeriod"/>
              <a:defRPr sz="1400"/>
            </a:lvl4pPr>
            <a:lvl5pPr marL="717550" indent="-361950">
              <a:buClr>
                <a:schemeClr val="tx2"/>
              </a:buClr>
              <a:buFont typeface="+mj-lt"/>
              <a:buAutoNum type="arabicPeriod"/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92640319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BC3C2-FA7F-3AF9-8770-2A0C452FB7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0BCF2-B02B-ED34-3CE1-385F370CD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124C7-A8E1-C2C4-9251-1FAD4FC4E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2D7ED-E3D6-D344-4CBF-39C6CFF13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5339831-9579-422A-5FD3-167E83B82B3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7601" y="305999"/>
            <a:ext cx="5648400" cy="5643951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C271A1C-536E-3E60-3582-8E73B02B9B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5999" y="1268413"/>
            <a:ext cx="5648400" cy="4681537"/>
          </a:xfrm>
        </p:spPr>
        <p:txBody>
          <a:bodyPr/>
          <a:lstStyle>
            <a:lvl1pPr marL="271463" indent="-271463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defRPr sz="1800"/>
            </a:lvl1pPr>
            <a:lvl2pPr marL="625475" indent="-269875">
              <a:buClr>
                <a:schemeClr val="tx2"/>
              </a:buClr>
              <a:buFont typeface="+mj-lt"/>
              <a:buAutoNum type="arabicPeriod"/>
              <a:defRPr sz="1400"/>
            </a:lvl2pPr>
            <a:lvl3pPr marL="808038" indent="-188913">
              <a:buClr>
                <a:schemeClr val="tx2"/>
              </a:buClr>
              <a:buFont typeface="+mj-lt"/>
              <a:buAutoNum type="arabicPeriod"/>
              <a:defRPr sz="1400"/>
            </a:lvl3pPr>
            <a:lvl4pPr marL="1165225" indent="-276225">
              <a:buClr>
                <a:schemeClr val="tx2"/>
              </a:buClr>
              <a:buFont typeface="+mj-lt"/>
              <a:buAutoNum type="arabicPeriod"/>
              <a:defRPr sz="1400"/>
            </a:lvl4pPr>
            <a:lvl5pPr marL="717550" indent="-361950">
              <a:buClr>
                <a:schemeClr val="tx2"/>
              </a:buClr>
              <a:buFont typeface="+mj-lt"/>
              <a:buAutoNum type="arabicPeriod"/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0573303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BC3C2-FA7F-3AF9-8770-2A0C452FB7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999" y="306000"/>
            <a:ext cx="11581200" cy="36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0BCF2-B02B-ED34-3CE1-385F370CD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124C7-A8E1-C2C4-9251-1FAD4FC4E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2D7ED-E3D6-D344-4CBF-39C6CFF13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E4DFDC-8584-AECD-0F9B-87A8C0C63B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5999" y="3688080"/>
            <a:ext cx="11581200" cy="2261870"/>
          </a:xfrm>
        </p:spPr>
        <p:txBody>
          <a:bodyPr numCol="2" spcCol="288000"/>
          <a:lstStyle>
            <a:lvl1pPr marL="271463" indent="-271463">
              <a:spcAft>
                <a:spcPts val="1200"/>
              </a:spcAft>
              <a:buClr>
                <a:schemeClr val="tx2"/>
              </a:buClr>
              <a:buFont typeface="+mj-lt"/>
              <a:buAutoNum type="arabicPeriod"/>
              <a:defRPr sz="1800"/>
            </a:lvl1pPr>
            <a:lvl2pPr marL="717550" indent="-361950">
              <a:buClr>
                <a:schemeClr val="tx2"/>
              </a:buClr>
              <a:buFont typeface="+mj-lt"/>
              <a:buAutoNum type="arabicPeriod"/>
              <a:defRPr sz="2400"/>
            </a:lvl2pPr>
            <a:lvl3pPr marL="717550" indent="-361950">
              <a:buClr>
                <a:schemeClr val="tx2"/>
              </a:buClr>
              <a:buFont typeface="+mj-lt"/>
              <a:buAutoNum type="arabicPeriod"/>
              <a:defRPr sz="2400"/>
            </a:lvl3pPr>
            <a:lvl4pPr marL="717550" indent="-361950">
              <a:buClr>
                <a:schemeClr val="tx2"/>
              </a:buClr>
              <a:buFont typeface="+mj-lt"/>
              <a:buAutoNum type="arabicPeriod"/>
              <a:defRPr sz="2400"/>
            </a:lvl4pPr>
            <a:lvl5pPr marL="717550" indent="-361950">
              <a:buClr>
                <a:schemeClr val="tx2"/>
              </a:buClr>
              <a:buFont typeface="+mj-lt"/>
              <a:buAutoNum type="arabicPeriod"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5339831-9579-422A-5FD3-167E83B82B3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260000"/>
            <a:ext cx="12192000" cy="2160587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2990685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supergraphic -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29">
            <a:extLst>
              <a:ext uri="{FF2B5EF4-FFF2-40B4-BE49-F238E27FC236}">
                <a16:creationId xmlns:a16="http://schemas.microsoft.com/office/drawing/2014/main" id="{CF959CCD-D15E-897A-1772-7A00E3555B6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511800" y="0"/>
            <a:ext cx="6680200" cy="6858000"/>
          </a:xfrm>
          <a:prstGeom prst="parallelogram">
            <a:avLst>
              <a:gd name="adj" fmla="val 34601"/>
            </a:avLst>
          </a:prstGeom>
          <a:solidFill>
            <a:schemeClr val="bg1">
              <a:lumMod val="95000"/>
            </a:schemeClr>
          </a:solidFill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fr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AA5D7-8C76-E536-D354-F45FBD12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200" y="2314800"/>
            <a:ext cx="4852800" cy="36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69A028-AA9B-8F80-07A9-6EAC40213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3067200"/>
            <a:ext cx="4852800" cy="258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F687E-4233-724F-96C8-BFA57712F3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5200" y="1270800"/>
            <a:ext cx="1800000" cy="900000"/>
          </a:xfrm>
        </p:spPr>
        <p:txBody>
          <a:bodyPr anchor="t"/>
          <a:lstStyle>
            <a:lvl1pPr marL="0" indent="0">
              <a:buNone/>
              <a:defRPr sz="6400" b="1"/>
            </a:lvl1pPr>
            <a:lvl2pPr marL="176213" indent="0">
              <a:buNone/>
              <a:defRPr sz="6400" b="1"/>
            </a:lvl2pPr>
            <a:lvl3pPr marL="357188" indent="0">
              <a:buNone/>
              <a:defRPr sz="6400" b="1"/>
            </a:lvl3pPr>
            <a:lvl4pPr marL="534988" indent="0">
              <a:buNone/>
              <a:defRPr sz="6400" b="1"/>
            </a:lvl4pPr>
            <a:lvl5pPr marL="715963" indent="0">
              <a:buNone/>
              <a:defRPr sz="6400" b="1"/>
            </a:lvl5pPr>
          </a:lstStyle>
          <a:p>
            <a:pPr lvl="0"/>
            <a:r>
              <a:rPr lang="en-US"/>
              <a:t>XX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894373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supergraphic - indigo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29">
            <a:extLst>
              <a:ext uri="{FF2B5EF4-FFF2-40B4-BE49-F238E27FC236}">
                <a16:creationId xmlns:a16="http://schemas.microsoft.com/office/drawing/2014/main" id="{CF959CCD-D15E-897A-1772-7A00E3555B6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511800" y="0"/>
            <a:ext cx="6680200" cy="6858000"/>
          </a:xfrm>
          <a:prstGeom prst="parallelogram">
            <a:avLst>
              <a:gd name="adj" fmla="val 34601"/>
            </a:avLst>
          </a:prstGeom>
          <a:solidFill>
            <a:schemeClr val="bg1">
              <a:lumMod val="95000"/>
            </a:schemeClr>
          </a:solidFill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fr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AA5D7-8C76-E536-D354-F45FBD12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200" y="2314800"/>
            <a:ext cx="4852800" cy="3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69A028-AA9B-8F80-07A9-6EAC40213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3067200"/>
            <a:ext cx="4852800" cy="2588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F687E-4233-724F-96C8-BFA57712F3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5200" y="1270800"/>
            <a:ext cx="1800000" cy="900000"/>
          </a:xfrm>
        </p:spPr>
        <p:txBody>
          <a:bodyPr anchor="t"/>
          <a:lstStyle>
            <a:lvl1pPr marL="0" indent="0">
              <a:buNone/>
              <a:defRPr sz="6400" b="1">
                <a:solidFill>
                  <a:schemeClr val="bg1"/>
                </a:solidFill>
              </a:defRPr>
            </a:lvl1pPr>
            <a:lvl2pPr marL="176213" indent="0">
              <a:buNone/>
              <a:defRPr sz="6400" b="1"/>
            </a:lvl2pPr>
            <a:lvl3pPr marL="357188" indent="0">
              <a:buNone/>
              <a:defRPr sz="6400" b="1"/>
            </a:lvl3pPr>
            <a:lvl4pPr marL="534988" indent="0">
              <a:buNone/>
              <a:defRPr sz="6400" b="1"/>
            </a:lvl4pPr>
            <a:lvl5pPr marL="715963" indent="0">
              <a:buNone/>
              <a:defRPr sz="6400" b="1"/>
            </a:lvl5pPr>
          </a:lstStyle>
          <a:p>
            <a:pPr lvl="0"/>
            <a:r>
              <a:rPr lang="en-US"/>
              <a:t>XX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1D12C-40BD-D30B-BD57-74D3CEB153C9}"/>
              </a:ext>
            </a:extLst>
          </p:cNvPr>
          <p:cNvSpPr txBox="1"/>
          <p:nvPr userDrawn="1"/>
        </p:nvSpPr>
        <p:spPr>
          <a:xfrm>
            <a:off x="-6392332" y="30480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Bitte halten Sie sich an folgende Anweisungen, wenn Sie diese Folienvorlage verwenden: </a:t>
            </a:r>
          </a:p>
          <a:p>
            <a:b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</a:b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Sie haben die Möglichkeit, eine andere Farbe für den Hintergrund der Deckblätter, der Trennfolien und der Abschlussfolien aus den folgenden Optionen zu wählen:</a:t>
            </a:r>
          </a:p>
          <a:p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Weiß</a:t>
            </a: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Indigo </a:t>
            </a:r>
            <a:r>
              <a:rPr lang="de-DE" sz="1200" i="1" err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Dye</a:t>
            </a:r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- True Blue oder eine beliebige Farbe aus der "Vision"-Farbpalette </a:t>
            </a: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(siehe Folie 2).</a:t>
            </a:r>
            <a:endParaRPr lang="en-US" sz="120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14242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supergraphic - true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29">
            <a:extLst>
              <a:ext uri="{FF2B5EF4-FFF2-40B4-BE49-F238E27FC236}">
                <a16:creationId xmlns:a16="http://schemas.microsoft.com/office/drawing/2014/main" id="{CF959CCD-D15E-897A-1772-7A00E3555B6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511800" y="0"/>
            <a:ext cx="6680200" cy="6858000"/>
          </a:xfrm>
          <a:prstGeom prst="parallelogram">
            <a:avLst>
              <a:gd name="adj" fmla="val 34601"/>
            </a:avLst>
          </a:prstGeom>
          <a:solidFill>
            <a:schemeClr val="bg1">
              <a:lumMod val="95000"/>
            </a:schemeClr>
          </a:solidFill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fr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AA5D7-8C76-E536-D354-F45FBD12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200" y="2314800"/>
            <a:ext cx="4852800" cy="3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69A028-AA9B-8F80-07A9-6EAC40213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3067200"/>
            <a:ext cx="4852800" cy="2588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F687E-4233-724F-96C8-BFA57712F3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5200" y="1270800"/>
            <a:ext cx="1800000" cy="900000"/>
          </a:xfrm>
        </p:spPr>
        <p:txBody>
          <a:bodyPr/>
          <a:lstStyle>
            <a:lvl1pPr marL="0" indent="0">
              <a:buNone/>
              <a:defRPr sz="6400" b="1">
                <a:solidFill>
                  <a:schemeClr val="bg1"/>
                </a:solidFill>
              </a:defRPr>
            </a:lvl1pPr>
            <a:lvl2pPr marL="176213" indent="0">
              <a:buNone/>
              <a:defRPr sz="6400" b="1"/>
            </a:lvl2pPr>
            <a:lvl3pPr marL="357188" indent="0">
              <a:buNone/>
              <a:defRPr sz="6400" b="1"/>
            </a:lvl3pPr>
            <a:lvl4pPr marL="534988" indent="0">
              <a:buNone/>
              <a:defRPr sz="6400" b="1"/>
            </a:lvl4pPr>
            <a:lvl5pPr marL="715963" indent="0">
              <a:buNone/>
              <a:defRPr sz="6400" b="1"/>
            </a:lvl5pPr>
          </a:lstStyle>
          <a:p>
            <a:pPr lvl="0"/>
            <a:r>
              <a:rPr lang="en-US"/>
              <a:t>XX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CEBD86-572E-5422-509A-7F9C100595FF}"/>
              </a:ext>
            </a:extLst>
          </p:cNvPr>
          <p:cNvSpPr txBox="1"/>
          <p:nvPr userDrawn="1"/>
        </p:nvSpPr>
        <p:spPr>
          <a:xfrm>
            <a:off x="-6392332" y="30480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Bitte halten Sie sich an folgende Anweisungen, wenn Sie diese Folienvorlage verwenden: </a:t>
            </a:r>
          </a:p>
          <a:p>
            <a:b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</a:b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Sie haben die Möglichkeit, eine andere Farbe für den Hintergrund der Deckblätter, der Trennfolien und der Abschlussfolien aus den folgenden Optionen zu wählen:</a:t>
            </a:r>
          </a:p>
          <a:p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Weiß</a:t>
            </a: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Indigo </a:t>
            </a:r>
            <a:r>
              <a:rPr lang="de-DE" sz="1200" i="1" err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Dye</a:t>
            </a:r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- True Blue oder eine beliebige Farbe aus der "Vision"-Farbpalette </a:t>
            </a: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(siehe Folie 2).</a:t>
            </a:r>
            <a:endParaRPr lang="en-US" sz="120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712942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picture layout -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29">
            <a:extLst>
              <a:ext uri="{FF2B5EF4-FFF2-40B4-BE49-F238E27FC236}">
                <a16:creationId xmlns:a16="http://schemas.microsoft.com/office/drawing/2014/main" id="{CF959CCD-D15E-897A-1772-7A00E3555B6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43562" y="306393"/>
            <a:ext cx="5648400" cy="62496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fr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AA5D7-8C76-E536-D354-F45FBD12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2314800"/>
            <a:ext cx="4852800" cy="36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69A028-AA9B-8F80-07A9-6EAC40213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6000" y="3067200"/>
            <a:ext cx="4852800" cy="258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F687E-4233-724F-96C8-BFA57712F3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1270800"/>
            <a:ext cx="1800000" cy="900000"/>
          </a:xfrm>
        </p:spPr>
        <p:txBody>
          <a:bodyPr/>
          <a:lstStyle>
            <a:lvl1pPr marL="0" indent="0">
              <a:buNone/>
              <a:defRPr sz="6400" b="1"/>
            </a:lvl1pPr>
            <a:lvl2pPr marL="176213" indent="0">
              <a:buNone/>
              <a:defRPr sz="6400" b="1"/>
            </a:lvl2pPr>
            <a:lvl3pPr marL="357188" indent="0">
              <a:buNone/>
              <a:defRPr sz="6400" b="1"/>
            </a:lvl3pPr>
            <a:lvl4pPr marL="534988" indent="0">
              <a:buNone/>
              <a:defRPr sz="6400" b="1"/>
            </a:lvl4pPr>
            <a:lvl5pPr marL="715963" indent="0">
              <a:buNone/>
              <a:defRPr sz="6400" b="1"/>
            </a:lvl5pPr>
          </a:lstStyle>
          <a:p>
            <a:pPr lvl="0"/>
            <a:r>
              <a:rPr lang="en-US"/>
              <a:t>XX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673871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picture layout - indigo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29">
            <a:extLst>
              <a:ext uri="{FF2B5EF4-FFF2-40B4-BE49-F238E27FC236}">
                <a16:creationId xmlns:a16="http://schemas.microsoft.com/office/drawing/2014/main" id="{CF959CCD-D15E-897A-1772-7A00E3555B6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43562" y="306393"/>
            <a:ext cx="5648400" cy="62496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fr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AA5D7-8C76-E536-D354-F45FBD12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2314800"/>
            <a:ext cx="4852800" cy="3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69A028-AA9B-8F80-07A9-6EAC40213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6000" y="3067200"/>
            <a:ext cx="4852800" cy="2588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F687E-4233-724F-96C8-BFA57712F3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1270800"/>
            <a:ext cx="1800000" cy="900000"/>
          </a:xfrm>
        </p:spPr>
        <p:txBody>
          <a:bodyPr/>
          <a:lstStyle>
            <a:lvl1pPr marL="0" indent="0">
              <a:buNone/>
              <a:defRPr sz="6400" b="1">
                <a:solidFill>
                  <a:schemeClr val="bg1"/>
                </a:solidFill>
              </a:defRPr>
            </a:lvl1pPr>
            <a:lvl2pPr marL="176213" indent="0">
              <a:buNone/>
              <a:defRPr sz="6400" b="1"/>
            </a:lvl2pPr>
            <a:lvl3pPr marL="357188" indent="0">
              <a:buNone/>
              <a:defRPr sz="6400" b="1"/>
            </a:lvl3pPr>
            <a:lvl4pPr marL="534988" indent="0">
              <a:buNone/>
              <a:defRPr sz="6400" b="1"/>
            </a:lvl4pPr>
            <a:lvl5pPr marL="715963" indent="0">
              <a:buNone/>
              <a:defRPr sz="6400" b="1"/>
            </a:lvl5pPr>
          </a:lstStyle>
          <a:p>
            <a:pPr lvl="0"/>
            <a:r>
              <a:rPr lang="en-US"/>
              <a:t>XX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CA25CE-3600-CA06-F49A-6AEACC04643B}"/>
              </a:ext>
            </a:extLst>
          </p:cNvPr>
          <p:cNvSpPr txBox="1"/>
          <p:nvPr userDrawn="1"/>
        </p:nvSpPr>
        <p:spPr>
          <a:xfrm>
            <a:off x="-6392332" y="30480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Bitte halten Sie sich an folgende Anweisungen, wenn Sie diese Folienvorlage verwenden: </a:t>
            </a:r>
          </a:p>
          <a:p>
            <a:b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</a:b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Sie haben die Möglichkeit, eine andere Farbe für den Hintergrund der Deckblätter, der Trennfolien und der Abschlussfolien aus den folgenden Optionen zu wählen:</a:t>
            </a:r>
          </a:p>
          <a:p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Weiß</a:t>
            </a: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Indigo </a:t>
            </a:r>
            <a:r>
              <a:rPr lang="de-DE" sz="1200" i="1" err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Dye</a:t>
            </a:r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- True Blue oder eine beliebige Farbe aus der "Vision"-Farbpalette </a:t>
            </a: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(siehe Folie 2).</a:t>
            </a:r>
            <a:endParaRPr lang="en-US" sz="120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65336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picture layout - true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29">
            <a:extLst>
              <a:ext uri="{FF2B5EF4-FFF2-40B4-BE49-F238E27FC236}">
                <a16:creationId xmlns:a16="http://schemas.microsoft.com/office/drawing/2014/main" id="{CF959CCD-D15E-897A-1772-7A00E3555B6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43562" y="306393"/>
            <a:ext cx="5648400" cy="62496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fr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AA5D7-8C76-E536-D354-F45FBD12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2314800"/>
            <a:ext cx="4852800" cy="3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69A028-AA9B-8F80-07A9-6EAC40213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6000" y="3067200"/>
            <a:ext cx="4852800" cy="2588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F687E-4233-724F-96C8-BFA57712F3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1270800"/>
            <a:ext cx="1800000" cy="900000"/>
          </a:xfrm>
        </p:spPr>
        <p:txBody>
          <a:bodyPr/>
          <a:lstStyle>
            <a:lvl1pPr marL="0" indent="0">
              <a:buNone/>
              <a:defRPr sz="6400" b="1">
                <a:solidFill>
                  <a:schemeClr val="bg1"/>
                </a:solidFill>
              </a:defRPr>
            </a:lvl1pPr>
            <a:lvl2pPr marL="176213" indent="0">
              <a:buNone/>
              <a:defRPr sz="6400" b="1"/>
            </a:lvl2pPr>
            <a:lvl3pPr marL="357188" indent="0">
              <a:buNone/>
              <a:defRPr sz="6400" b="1"/>
            </a:lvl3pPr>
            <a:lvl4pPr marL="534988" indent="0">
              <a:buNone/>
              <a:defRPr sz="6400" b="1"/>
            </a:lvl4pPr>
            <a:lvl5pPr marL="715963" indent="0">
              <a:buNone/>
              <a:defRPr sz="6400" b="1"/>
            </a:lvl5pPr>
          </a:lstStyle>
          <a:p>
            <a:pPr lvl="0"/>
            <a:r>
              <a:rPr lang="en-US"/>
              <a:t>XX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766A7-62AC-EB17-07F0-B16927E78A16}"/>
              </a:ext>
            </a:extLst>
          </p:cNvPr>
          <p:cNvSpPr txBox="1"/>
          <p:nvPr userDrawn="1"/>
        </p:nvSpPr>
        <p:spPr>
          <a:xfrm>
            <a:off x="-6392332" y="30480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Bitte halten Sie sich an folgende Anweisungen, wenn Sie diese Folienvorlage verwenden: </a:t>
            </a:r>
          </a:p>
          <a:p>
            <a:b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</a:b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Sie haben die Möglichkeit, eine andere Farbe für den Hintergrund der Deckblätter, der Trennfolien und der Abschlussfolien aus den folgenden Optionen zu wählen:</a:t>
            </a:r>
          </a:p>
          <a:p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Weiß</a:t>
            </a: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Indigo </a:t>
            </a:r>
            <a:r>
              <a:rPr lang="de-DE" sz="1200" i="1" err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Dye</a:t>
            </a:r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- True Blue oder eine beliebige Farbe aus der "Vision"-Farbpalette </a:t>
            </a: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(siehe Folie 2).</a:t>
            </a:r>
            <a:endParaRPr lang="en-US" sz="120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96227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asic layout -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AA5D7-8C76-E536-D354-F45FBD12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2023200"/>
            <a:ext cx="5642487" cy="3600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69A028-AA9B-8F80-07A9-6EAC40213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6000" y="3067200"/>
            <a:ext cx="5642048" cy="258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F687E-4233-724F-96C8-BFA57712F3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12163" y="215900"/>
            <a:ext cx="2886150" cy="1602000"/>
          </a:xfrm>
        </p:spPr>
        <p:txBody>
          <a:bodyPr anchor="ctr"/>
          <a:lstStyle>
            <a:lvl1pPr marL="0" indent="0" algn="r">
              <a:buNone/>
              <a:defRPr sz="13800" b="1"/>
            </a:lvl1pPr>
            <a:lvl2pPr marL="176213" indent="0">
              <a:buNone/>
              <a:defRPr sz="6400" b="1"/>
            </a:lvl2pPr>
            <a:lvl3pPr marL="357188" indent="0">
              <a:buNone/>
              <a:defRPr sz="6400" b="1"/>
            </a:lvl3pPr>
            <a:lvl4pPr marL="534988" indent="0">
              <a:buNone/>
              <a:defRPr sz="6400" b="1"/>
            </a:lvl4pPr>
            <a:lvl5pPr marL="715963" indent="0">
              <a:buNone/>
              <a:defRPr sz="6400" b="1"/>
            </a:lvl5pPr>
          </a:lstStyle>
          <a:p>
            <a:pPr lvl="0"/>
            <a:r>
              <a:rPr lang="en-US"/>
              <a:t>XX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983F1-ACEA-BDAB-C2D4-50FBD45F23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6000" y="1557338"/>
            <a:ext cx="5648400" cy="360000"/>
          </a:xfrm>
        </p:spPr>
        <p:txBody>
          <a:bodyPr/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Section XX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372785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asic layout - indigo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AA5D7-8C76-E536-D354-F45FBD12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2023200"/>
            <a:ext cx="5642487" cy="3600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69A028-AA9B-8F80-07A9-6EAC40213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6000" y="3067200"/>
            <a:ext cx="5642048" cy="2588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F687E-4233-724F-96C8-BFA57712F3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12163" y="215900"/>
            <a:ext cx="2886150" cy="1602000"/>
          </a:xfrm>
        </p:spPr>
        <p:txBody>
          <a:bodyPr anchor="ctr"/>
          <a:lstStyle>
            <a:lvl1pPr marL="0" indent="0" algn="r">
              <a:buNone/>
              <a:defRPr sz="13800" b="1">
                <a:solidFill>
                  <a:schemeClr val="bg1"/>
                </a:solidFill>
              </a:defRPr>
            </a:lvl1pPr>
            <a:lvl2pPr marL="176213" indent="0">
              <a:buNone/>
              <a:defRPr sz="6400" b="1"/>
            </a:lvl2pPr>
            <a:lvl3pPr marL="357188" indent="0">
              <a:buNone/>
              <a:defRPr sz="6400" b="1"/>
            </a:lvl3pPr>
            <a:lvl4pPr marL="534988" indent="0">
              <a:buNone/>
              <a:defRPr sz="6400" b="1"/>
            </a:lvl4pPr>
            <a:lvl5pPr marL="715963" indent="0">
              <a:buNone/>
              <a:defRPr sz="6400" b="1"/>
            </a:lvl5pPr>
          </a:lstStyle>
          <a:p>
            <a:pPr lvl="0"/>
            <a:r>
              <a:rPr lang="en-US"/>
              <a:t>XX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983F1-ACEA-BDAB-C2D4-50FBD45F23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6000" y="1557338"/>
            <a:ext cx="5648400" cy="360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Section XX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F5A506-E682-4633-8D32-F339352DB430}"/>
              </a:ext>
            </a:extLst>
          </p:cNvPr>
          <p:cNvSpPr txBox="1"/>
          <p:nvPr userDrawn="1"/>
        </p:nvSpPr>
        <p:spPr>
          <a:xfrm>
            <a:off x="-6392332" y="30480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Bitte halten Sie sich an folgende Anweisungen, wenn Sie diese Folienvorlage verwenden: </a:t>
            </a:r>
          </a:p>
          <a:p>
            <a:b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</a:b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Sie haben die Möglichkeit, eine andere Farbe für den Hintergrund der Deckblätter, der Trennfolien und der Abschlussfolien aus den folgenden Optionen zu wählen:</a:t>
            </a:r>
          </a:p>
          <a:p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Weiß</a:t>
            </a: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Indigo </a:t>
            </a:r>
            <a:r>
              <a:rPr lang="de-DE" sz="1200" i="1" err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Dye</a:t>
            </a:r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- True Blue oder eine beliebige Farbe aus der "Vision"-Farbpalette </a:t>
            </a: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(siehe Folie 2).</a:t>
            </a:r>
            <a:endParaRPr lang="en-US" sz="120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296670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asic layout - true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AA5D7-8C76-E536-D354-F45FBD12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2023200"/>
            <a:ext cx="5642487" cy="3600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69A028-AA9B-8F80-07A9-6EAC40213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6000" y="3067200"/>
            <a:ext cx="5642048" cy="2588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F687E-4233-724F-96C8-BFA57712F3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12163" y="215900"/>
            <a:ext cx="2886150" cy="1602000"/>
          </a:xfrm>
        </p:spPr>
        <p:txBody>
          <a:bodyPr anchor="ctr"/>
          <a:lstStyle>
            <a:lvl1pPr marL="0" indent="0" algn="r">
              <a:buNone/>
              <a:defRPr sz="13800" b="1">
                <a:solidFill>
                  <a:schemeClr val="bg1"/>
                </a:solidFill>
              </a:defRPr>
            </a:lvl1pPr>
            <a:lvl2pPr marL="176213" indent="0">
              <a:buNone/>
              <a:defRPr sz="6400" b="1"/>
            </a:lvl2pPr>
            <a:lvl3pPr marL="357188" indent="0">
              <a:buNone/>
              <a:defRPr sz="6400" b="1"/>
            </a:lvl3pPr>
            <a:lvl4pPr marL="534988" indent="0">
              <a:buNone/>
              <a:defRPr sz="6400" b="1"/>
            </a:lvl4pPr>
            <a:lvl5pPr marL="715963" indent="0">
              <a:buNone/>
              <a:defRPr sz="6400" b="1"/>
            </a:lvl5pPr>
          </a:lstStyle>
          <a:p>
            <a:pPr lvl="0"/>
            <a:r>
              <a:rPr lang="en-US"/>
              <a:t>XX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983F1-ACEA-BDAB-C2D4-50FBD45F23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6000" y="1557338"/>
            <a:ext cx="5648400" cy="360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Section XX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8FF2B0-674E-5111-7F9C-E656C4CAB6D1}"/>
              </a:ext>
            </a:extLst>
          </p:cNvPr>
          <p:cNvSpPr txBox="1"/>
          <p:nvPr userDrawn="1"/>
        </p:nvSpPr>
        <p:spPr>
          <a:xfrm>
            <a:off x="-6392332" y="30480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Bitte halten Sie sich an folgende Anweisungen, wenn Sie diese Folienvorlage verwenden: </a:t>
            </a:r>
          </a:p>
          <a:p>
            <a:b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</a:b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Sie haben die Möglichkeit, eine andere Farbe für den Hintergrund der Deckblätter, der Trennfolien und der Abschlussfolien aus den folgenden Optionen zu wählen:</a:t>
            </a:r>
          </a:p>
          <a:p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Weiß</a:t>
            </a: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Indigo </a:t>
            </a:r>
            <a:r>
              <a:rPr lang="de-DE" sz="1200" i="1" err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Dye</a:t>
            </a:r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- True Blue oder eine beliebige Farbe aus der "Vision"-Farbpalette </a:t>
            </a: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(siehe Folie 2).</a:t>
            </a:r>
            <a:endParaRPr lang="en-US" sz="120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303633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A1A32-9B66-B905-F948-4DE7A7AA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B42F8-260B-C2A0-C544-9462945F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021A9-5D3A-1D7B-BB26-EE053C89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1260000"/>
            <a:ext cx="115812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1692000"/>
            <a:ext cx="11581200" cy="3969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442184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 conten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A1A32-9B66-B905-F948-4DE7A7AA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B42F8-260B-C2A0-C544-9462945F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021A9-5D3A-1D7B-BB26-EE053C89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1260000"/>
            <a:ext cx="115812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1691999"/>
            <a:ext cx="11581200" cy="20583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8B080B3-7B7C-93B4-F84D-78B5211F63C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930364"/>
            <a:ext cx="12193200" cy="2019587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reeform 15">
            <a:extLst>
              <a:ext uri="{FF2B5EF4-FFF2-40B4-BE49-F238E27FC236}">
                <a16:creationId xmlns:a16="http://schemas.microsoft.com/office/drawing/2014/main" id="{29C4CBDD-B2F4-6DA2-44F3-F538A967B265}"/>
              </a:ext>
            </a:extLst>
          </p:cNvPr>
          <p:cNvSpPr/>
          <p:nvPr userDrawn="1"/>
        </p:nvSpPr>
        <p:spPr>
          <a:xfrm>
            <a:off x="7999036" y="3930364"/>
            <a:ext cx="3019540" cy="2019586"/>
          </a:xfrm>
          <a:custGeom>
            <a:avLst/>
            <a:gdLst>
              <a:gd name="connsiteX0" fmla="*/ 742160 w 3019540"/>
              <a:gd name="connsiteY0" fmla="*/ 0 h 2019586"/>
              <a:gd name="connsiteX1" fmla="*/ 3019540 w 3019540"/>
              <a:gd name="connsiteY1" fmla="*/ 0 h 2019586"/>
              <a:gd name="connsiteX2" fmla="*/ 2277379 w 3019540"/>
              <a:gd name="connsiteY2" fmla="*/ 2019586 h 2019586"/>
              <a:gd name="connsiteX3" fmla="*/ 0 w 3019540"/>
              <a:gd name="connsiteY3" fmla="*/ 2019586 h 2019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9540" h="2019586">
                <a:moveTo>
                  <a:pt x="742160" y="0"/>
                </a:moveTo>
                <a:lnTo>
                  <a:pt x="3019540" y="0"/>
                </a:lnTo>
                <a:lnTo>
                  <a:pt x="2277379" y="2019586"/>
                </a:lnTo>
                <a:lnTo>
                  <a:pt x="0" y="2019586"/>
                </a:lnTo>
                <a:close/>
              </a:path>
            </a:pathLst>
          </a:custGeom>
          <a:solidFill>
            <a:schemeClr val="bg1">
              <a:alpha val="2451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160224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 conten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A1A32-9B66-B905-F948-4DE7A7AA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B42F8-260B-C2A0-C544-9462945F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021A9-5D3A-1D7B-BB26-EE053C89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3616210"/>
            <a:ext cx="115812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4035136"/>
            <a:ext cx="11581200" cy="1683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8B080B3-7B7C-93B4-F84D-78B5211F63C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258888"/>
            <a:ext cx="12193200" cy="2165701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613820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 content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13211F2-5B55-5E50-F363-A425A297920F}"/>
              </a:ext>
            </a:extLst>
          </p:cNvPr>
          <p:cNvSpPr/>
          <p:nvPr userDrawn="1"/>
        </p:nvSpPr>
        <p:spPr>
          <a:xfrm>
            <a:off x="0" y="1260000"/>
            <a:ext cx="12192000" cy="2169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A1A32-9B66-B905-F948-4DE7A7AA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B42F8-260B-C2A0-C544-9462945F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021A9-5D3A-1D7B-BB26-EE053C89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1428355"/>
            <a:ext cx="115812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1860355"/>
            <a:ext cx="11581200" cy="137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5999" y="3618000"/>
            <a:ext cx="115812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06000" y="4035600"/>
            <a:ext cx="11581200" cy="1683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792561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ernative content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13211F2-5B55-5E50-F363-A425A297920F}"/>
              </a:ext>
            </a:extLst>
          </p:cNvPr>
          <p:cNvSpPr/>
          <p:nvPr userDrawn="1"/>
        </p:nvSpPr>
        <p:spPr>
          <a:xfrm>
            <a:off x="0" y="3429000"/>
            <a:ext cx="12192000" cy="252651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A1A32-9B66-B905-F948-4DE7A7AA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B42F8-260B-C2A0-C544-9462945F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021A9-5D3A-1D7B-BB26-EE053C89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1260000"/>
            <a:ext cx="115812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1692000"/>
            <a:ext cx="11581200" cy="15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5999" y="3618000"/>
            <a:ext cx="115812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06000" y="4035600"/>
            <a:ext cx="11581200" cy="1683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509005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A1A32-9B66-B905-F948-4DE7A7AA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B42F8-260B-C2A0-C544-9462945F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021A9-5D3A-1D7B-BB26-EE053C89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1260000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1692000"/>
            <a:ext cx="5648400" cy="3969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3563" y="1260000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43563" y="1692000"/>
            <a:ext cx="5648400" cy="3969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168096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2158888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2592000"/>
            <a:ext cx="5648400" cy="3091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3562" y="2160000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43563" y="2592000"/>
            <a:ext cx="5648400" cy="3091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7F87247-C211-9AF7-A6A0-806395C2060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5999" y="1258888"/>
            <a:ext cx="11581200" cy="720000"/>
          </a:xfrm>
        </p:spPr>
        <p:txBody>
          <a:bodyPr/>
          <a:lstStyle>
            <a:lvl1pPr marL="0" indent="0">
              <a:buNone/>
              <a:defRPr sz="1800"/>
            </a:lvl1pPr>
            <a:lvl2pPr marL="176213" indent="0">
              <a:buNone/>
              <a:defRPr sz="2000"/>
            </a:lvl2pPr>
            <a:lvl3pPr marL="357188" indent="0">
              <a:buNone/>
              <a:defRPr sz="2000"/>
            </a:lvl3pPr>
            <a:lvl4pPr marL="534988" indent="0">
              <a:buNone/>
              <a:defRPr sz="2000"/>
            </a:lvl4pPr>
            <a:lvl5pPr marL="715963" indent="0">
              <a:buNone/>
              <a:defRPr sz="2000"/>
            </a:lvl5pPr>
          </a:lstStyle>
          <a:p>
            <a:pPr lvl="0"/>
            <a:r>
              <a:rPr lang="en-US"/>
              <a:t>Room for introductory text (2 lines maximum)</a:t>
            </a:r>
          </a:p>
        </p:txBody>
      </p:sp>
    </p:spTree>
    <p:extLst>
      <p:ext uri="{BB962C8B-B14F-4D97-AF65-F5344CB8AC3E}">
        <p14:creationId xmlns:p14="http://schemas.microsoft.com/office/powerpoint/2010/main" val="82309636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banne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A1A32-9B66-B905-F948-4DE7A7AA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B42F8-260B-C2A0-C544-9462945F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021A9-5D3A-1D7B-BB26-EE053C89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2700000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3132000"/>
            <a:ext cx="5648400" cy="281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3562" y="2700000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43563" y="3132000"/>
            <a:ext cx="5648400" cy="281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C8821C5-A6FB-D49F-DDED-113327453D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05999" y="1263305"/>
            <a:ext cx="5648400" cy="1242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1137409A-77D2-E7C9-7EDA-FC9F06F8DB9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37601" y="1263305"/>
            <a:ext cx="5648400" cy="1242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590453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3330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3762000"/>
            <a:ext cx="3668400" cy="17946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4781" y="3330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64782" y="3762000"/>
            <a:ext cx="3668400" cy="17946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23563" y="3330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223564" y="3762000"/>
            <a:ext cx="3668400" cy="17946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DCCE1F-07CA-AB40-F546-DC01E18A40D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5999" y="1258888"/>
            <a:ext cx="3668400" cy="1881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12ADB6C8-AFC8-960F-E3B0-DC264E1965A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264781" y="1258888"/>
            <a:ext cx="3668400" cy="1881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6C1568C1-CB71-7803-639B-A505F707EFA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223563" y="1258888"/>
            <a:ext cx="3668400" cy="1881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45141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with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2160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2592000"/>
            <a:ext cx="3668400" cy="33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4781" y="2160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64782" y="2592000"/>
            <a:ext cx="3668400" cy="33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23563" y="2160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223564" y="2592000"/>
            <a:ext cx="3668400" cy="33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C37BD24B-0050-8906-E9F3-CBBB1D8289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9" y="1258888"/>
            <a:ext cx="11581200" cy="720000"/>
          </a:xfrm>
        </p:spPr>
        <p:txBody>
          <a:bodyPr/>
          <a:lstStyle>
            <a:lvl1pPr marL="0" indent="0">
              <a:buNone/>
              <a:defRPr sz="1800"/>
            </a:lvl1pPr>
            <a:lvl2pPr marL="176213" indent="0">
              <a:buNone/>
              <a:defRPr sz="2000"/>
            </a:lvl2pPr>
            <a:lvl3pPr marL="357188" indent="0">
              <a:buNone/>
              <a:defRPr sz="2000"/>
            </a:lvl3pPr>
            <a:lvl4pPr marL="534988" indent="0">
              <a:buNone/>
              <a:defRPr sz="2000"/>
            </a:lvl4pPr>
            <a:lvl5pPr marL="715963" indent="0">
              <a:buNone/>
              <a:defRPr sz="2000"/>
            </a:lvl5pPr>
          </a:lstStyle>
          <a:p>
            <a:pPr lvl="0"/>
            <a:r>
              <a:rPr lang="en-US"/>
              <a:t>Room for introductory text (2 lines maximum)</a:t>
            </a:r>
          </a:p>
        </p:txBody>
      </p:sp>
    </p:spTree>
    <p:extLst>
      <p:ext uri="{BB962C8B-B14F-4D97-AF65-F5344CB8AC3E}">
        <p14:creationId xmlns:p14="http://schemas.microsoft.com/office/powerpoint/2010/main" val="577181732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no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1260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1692000"/>
            <a:ext cx="3668400" cy="42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4781" y="1260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64782" y="1692000"/>
            <a:ext cx="3668400" cy="42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23563" y="1260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223564" y="1692000"/>
            <a:ext cx="3668400" cy="42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93757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3330141"/>
            <a:ext cx="267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3762000"/>
            <a:ext cx="2678400" cy="218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5187" y="3330141"/>
            <a:ext cx="267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75188" y="3762000"/>
            <a:ext cx="2678400" cy="218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4375" y="3330141"/>
            <a:ext cx="267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244376" y="3762000"/>
            <a:ext cx="2678400" cy="218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DCCE1F-07CA-AB40-F546-DC01E18A40D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5999" y="1258888"/>
            <a:ext cx="2678400" cy="1881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12ADB6C8-AFC8-960F-E3B0-DC264E1965A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75187" y="1258888"/>
            <a:ext cx="2678400" cy="1881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6C1568C1-CB71-7803-639B-A505F707EFA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44375" y="1258888"/>
            <a:ext cx="2678400" cy="1881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7754957-74D7-D0D5-848B-39C3E526E6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13562" y="3330141"/>
            <a:ext cx="267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E165B66-0E91-F9C6-89CF-10EFF86FB3F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213563" y="3762000"/>
            <a:ext cx="2678400" cy="218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A4852636-0F70-E002-0651-FFDDB11BF95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13562" y="1258888"/>
            <a:ext cx="2678400" cy="1881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006690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with banne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2160000"/>
            <a:ext cx="267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2592000"/>
            <a:ext cx="2678400" cy="33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5187" y="2160000"/>
            <a:ext cx="267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75188" y="2592000"/>
            <a:ext cx="2678400" cy="33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4375" y="2160000"/>
            <a:ext cx="267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244376" y="2592000"/>
            <a:ext cx="2678400" cy="33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DCCE1F-07CA-AB40-F546-DC01E18A40D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5999" y="1260000"/>
            <a:ext cx="2678400" cy="72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12ADB6C8-AFC8-960F-E3B0-DC264E1965A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75187" y="1260000"/>
            <a:ext cx="2678400" cy="72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6C1568C1-CB71-7803-639B-A505F707EFA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44375" y="1260000"/>
            <a:ext cx="2678400" cy="72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7754957-74D7-D0D5-848B-39C3E526E6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13562" y="2160000"/>
            <a:ext cx="267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E165B66-0E91-F9C6-89CF-10EFF86FB3F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213563" y="2592000"/>
            <a:ext cx="2678400" cy="33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A4852636-0F70-E002-0651-FFDDB11BF95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13562" y="1260000"/>
            <a:ext cx="2678400" cy="72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019745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with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2160000"/>
            <a:ext cx="267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2592000"/>
            <a:ext cx="2678400" cy="33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5187" y="2160000"/>
            <a:ext cx="267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75188" y="2592000"/>
            <a:ext cx="2678400" cy="33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4375" y="2160000"/>
            <a:ext cx="267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244376" y="2592000"/>
            <a:ext cx="2678400" cy="33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7754957-74D7-D0D5-848B-39C3E526E6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13562" y="2160000"/>
            <a:ext cx="267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E165B66-0E91-F9C6-89CF-10EFF86FB3F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213563" y="2592000"/>
            <a:ext cx="2678400" cy="33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4804556-2CA6-A3C1-67A1-CB3B7D4C84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9" y="1260000"/>
            <a:ext cx="11581200" cy="720000"/>
          </a:xfrm>
        </p:spPr>
        <p:txBody>
          <a:bodyPr/>
          <a:lstStyle>
            <a:lvl1pPr marL="0" indent="0">
              <a:buNone/>
              <a:defRPr sz="1800"/>
            </a:lvl1pPr>
            <a:lvl2pPr marL="176213" indent="0">
              <a:buNone/>
              <a:defRPr sz="2000"/>
            </a:lvl2pPr>
            <a:lvl3pPr marL="357188" indent="0">
              <a:buNone/>
              <a:defRPr sz="2000"/>
            </a:lvl3pPr>
            <a:lvl4pPr marL="534988" indent="0">
              <a:buNone/>
              <a:defRPr sz="2000"/>
            </a:lvl4pPr>
            <a:lvl5pPr marL="715963" indent="0">
              <a:buNone/>
              <a:defRPr sz="2000"/>
            </a:lvl5pPr>
          </a:lstStyle>
          <a:p>
            <a:pPr lvl="0"/>
            <a:r>
              <a:rPr lang="en-US"/>
              <a:t>Room for introductory text (2 lines maximum)</a:t>
            </a:r>
          </a:p>
        </p:txBody>
      </p:sp>
    </p:spTree>
    <p:extLst>
      <p:ext uri="{BB962C8B-B14F-4D97-AF65-F5344CB8AC3E}">
        <p14:creationId xmlns:p14="http://schemas.microsoft.com/office/powerpoint/2010/main" val="2919984231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no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1260000"/>
            <a:ext cx="267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1692000"/>
            <a:ext cx="2678400" cy="42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5187" y="1260000"/>
            <a:ext cx="267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75188" y="1692000"/>
            <a:ext cx="2678400" cy="42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4375" y="1260000"/>
            <a:ext cx="267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244376" y="1692000"/>
            <a:ext cx="2678400" cy="42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7754957-74D7-D0D5-848B-39C3E526E6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13562" y="1260000"/>
            <a:ext cx="267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E165B66-0E91-F9C6-89CF-10EFF86FB3F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213563" y="1692000"/>
            <a:ext cx="2678400" cy="42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112710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991F-3718-8448-0675-092878A5CA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397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DBAFB1-EC08-DFF0-0E3C-E581CEA3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809E4-8B49-BFC9-B2E3-764C3CAE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9B82-FC53-E52D-11E6-576CBA459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62F6C93-9039-61F9-A223-35A55C82F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E4CF0ECA-EE5C-4248-6024-E2419A195D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9" y="1260000"/>
            <a:ext cx="5648400" cy="720000"/>
          </a:xfrm>
        </p:spPr>
        <p:txBody>
          <a:bodyPr/>
          <a:lstStyle>
            <a:lvl1pPr marL="0" indent="0">
              <a:buNone/>
              <a:defRPr sz="1800"/>
            </a:lvl1pPr>
            <a:lvl2pPr marL="176213" indent="0">
              <a:buNone/>
              <a:defRPr sz="2000"/>
            </a:lvl2pPr>
            <a:lvl3pPr marL="357188" indent="0">
              <a:buNone/>
              <a:defRPr sz="2000"/>
            </a:lvl3pPr>
            <a:lvl4pPr marL="534988" indent="0">
              <a:buNone/>
              <a:defRPr sz="2000"/>
            </a:lvl4pPr>
            <a:lvl5pPr marL="715963" indent="0">
              <a:buNone/>
              <a:defRPr sz="2000"/>
            </a:lvl5pPr>
          </a:lstStyle>
          <a:p>
            <a:pPr lvl="0"/>
            <a:r>
              <a:rPr lang="en-US"/>
              <a:t>Room for introductory text (2 lines maximum)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EBE3D16-79BC-145D-104A-8871C7542E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8" y="2160000"/>
            <a:ext cx="5648399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35868A0-C8FD-A3D7-C412-F83A19CD08B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5999" y="2592000"/>
            <a:ext cx="5648399" cy="33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889219-A9F0-B3B8-3D29-8F315E4148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400" y="1260000"/>
            <a:ext cx="5648400" cy="46899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9038357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ac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991F-3718-8448-0675-092878A5CA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397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DBAFB1-EC08-DFF0-0E3C-E581CEA3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809E4-8B49-BFC9-B2E3-764C3CAE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9B82-FC53-E52D-11E6-576CBA459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62F6C93-9039-61F9-A223-35A55C82F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E4CF0ECA-EE5C-4248-6024-E2419A195D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9" y="1260000"/>
            <a:ext cx="5648400" cy="720000"/>
          </a:xfrm>
        </p:spPr>
        <p:txBody>
          <a:bodyPr/>
          <a:lstStyle>
            <a:lvl1pPr marL="0" indent="0">
              <a:buNone/>
              <a:defRPr sz="1800"/>
            </a:lvl1pPr>
            <a:lvl2pPr marL="176213" indent="0">
              <a:buNone/>
              <a:defRPr sz="2000"/>
            </a:lvl2pPr>
            <a:lvl3pPr marL="357188" indent="0">
              <a:buNone/>
              <a:defRPr sz="2000"/>
            </a:lvl3pPr>
            <a:lvl4pPr marL="534988" indent="0">
              <a:buNone/>
              <a:defRPr sz="2000"/>
            </a:lvl4pPr>
            <a:lvl5pPr marL="715963" indent="0">
              <a:buNone/>
              <a:defRPr sz="2000"/>
            </a:lvl5pPr>
          </a:lstStyle>
          <a:p>
            <a:pPr lvl="0"/>
            <a:r>
              <a:rPr lang="en-US"/>
              <a:t>Room for introductory text (2 lines maximum)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EBE3D16-79BC-145D-104A-8871C7542E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8" y="2160000"/>
            <a:ext cx="5648399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889219-A9F0-B3B8-3D29-8F315E4148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400" y="304800"/>
            <a:ext cx="5648400" cy="56451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2439DE8-BAC6-1132-9C68-89C2D648A1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6000" y="2592000"/>
            <a:ext cx="2682000" cy="702000"/>
          </a:xfrm>
        </p:spPr>
        <p:txBody>
          <a:bodyPr/>
          <a:lstStyle>
            <a:lvl1pPr marL="0" indent="0">
              <a:buNone/>
              <a:defRPr sz="4800" b="1"/>
            </a:lvl1pPr>
            <a:lvl2pPr marL="176213" indent="0">
              <a:buNone/>
              <a:defRPr sz="4800" b="1"/>
            </a:lvl2pPr>
            <a:lvl3pPr marL="357188" indent="0">
              <a:buNone/>
              <a:defRPr sz="4800" b="1"/>
            </a:lvl3pPr>
            <a:lvl4pPr marL="534988" indent="0">
              <a:buNone/>
              <a:defRPr sz="4800" b="1"/>
            </a:lvl4pPr>
            <a:lvl5pPr marL="715963" indent="0">
              <a:buNone/>
              <a:defRPr sz="4800" b="1"/>
            </a:lvl5pPr>
          </a:lstStyle>
          <a:p>
            <a:pPr lvl="0"/>
            <a:r>
              <a:rPr lang="en-US"/>
              <a:t>XX%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883744B-F36D-8700-9654-01B67F49DC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06000" y="3294000"/>
            <a:ext cx="2682000" cy="702000"/>
          </a:xfrm>
        </p:spPr>
        <p:txBody>
          <a:bodyPr/>
          <a:lstStyle>
            <a:lvl1pPr marL="0" indent="0">
              <a:buNone/>
              <a:defRPr/>
            </a:lvl1pPr>
            <a:lvl2pPr marL="176213" indent="0">
              <a:buNone/>
              <a:defRPr/>
            </a:lvl2pPr>
            <a:lvl3pPr marL="357188" indent="0">
              <a:buNone/>
              <a:defRPr/>
            </a:lvl3pPr>
            <a:lvl4pPr marL="534988" indent="0">
              <a:buNone/>
              <a:defRPr/>
            </a:lvl4pPr>
            <a:lvl5pPr marL="7159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1514F61-BD65-F287-0158-FE1E635CA31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72397" y="2592000"/>
            <a:ext cx="2682000" cy="702000"/>
          </a:xfrm>
        </p:spPr>
        <p:txBody>
          <a:bodyPr/>
          <a:lstStyle>
            <a:lvl1pPr marL="0" indent="0">
              <a:buNone/>
              <a:defRPr sz="4800" b="1"/>
            </a:lvl1pPr>
            <a:lvl2pPr marL="176213" indent="0">
              <a:buNone/>
              <a:defRPr sz="4800" b="1"/>
            </a:lvl2pPr>
            <a:lvl3pPr marL="357188" indent="0">
              <a:buNone/>
              <a:defRPr sz="4800" b="1"/>
            </a:lvl3pPr>
            <a:lvl4pPr marL="534988" indent="0">
              <a:buNone/>
              <a:defRPr sz="4800" b="1"/>
            </a:lvl4pPr>
            <a:lvl5pPr marL="715963" indent="0">
              <a:buNone/>
              <a:defRPr sz="4800" b="1"/>
            </a:lvl5pPr>
          </a:lstStyle>
          <a:p>
            <a:pPr lvl="0"/>
            <a:r>
              <a:rPr lang="en-US"/>
              <a:t>XX%</a:t>
            </a:r>
            <a:endParaRPr lang="en-GB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B9D29752-2CDB-6A63-C2F8-9A45E5BA0A9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72397" y="3294000"/>
            <a:ext cx="2682000" cy="702000"/>
          </a:xfrm>
        </p:spPr>
        <p:txBody>
          <a:bodyPr/>
          <a:lstStyle>
            <a:lvl1pPr marL="0" indent="0">
              <a:buNone/>
              <a:defRPr/>
            </a:lvl1pPr>
            <a:lvl2pPr marL="176213" indent="0">
              <a:buNone/>
              <a:defRPr/>
            </a:lvl2pPr>
            <a:lvl3pPr marL="357188" indent="0">
              <a:buNone/>
              <a:defRPr/>
            </a:lvl3pPr>
            <a:lvl4pPr marL="534988" indent="0">
              <a:buNone/>
              <a:defRPr/>
            </a:lvl4pPr>
            <a:lvl5pPr marL="7159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4A55E5F-94F9-02B6-D5BF-BB64FCC807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05998" y="4068000"/>
            <a:ext cx="5648399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0BE7F8DB-0BE1-7B02-DE2F-3FD6C246656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06000" y="4500000"/>
            <a:ext cx="2682000" cy="702000"/>
          </a:xfrm>
        </p:spPr>
        <p:txBody>
          <a:bodyPr/>
          <a:lstStyle>
            <a:lvl1pPr marL="0" indent="0">
              <a:buNone/>
              <a:defRPr sz="4800" b="1"/>
            </a:lvl1pPr>
            <a:lvl2pPr marL="176213" indent="0">
              <a:buNone/>
              <a:defRPr sz="4800" b="1"/>
            </a:lvl2pPr>
            <a:lvl3pPr marL="357188" indent="0">
              <a:buNone/>
              <a:defRPr sz="4800" b="1"/>
            </a:lvl3pPr>
            <a:lvl4pPr marL="534988" indent="0">
              <a:buNone/>
              <a:defRPr sz="4800" b="1"/>
            </a:lvl4pPr>
            <a:lvl5pPr marL="715963" indent="0">
              <a:buNone/>
              <a:defRPr sz="4800" b="1"/>
            </a:lvl5pPr>
          </a:lstStyle>
          <a:p>
            <a:pPr lvl="0"/>
            <a:r>
              <a:rPr lang="en-US"/>
              <a:t>XX%</a:t>
            </a:r>
            <a:endParaRPr lang="en-GB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D19DCBF7-FA68-3F27-5043-B2A09AA01ED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6000" y="5202000"/>
            <a:ext cx="2682000" cy="702000"/>
          </a:xfrm>
        </p:spPr>
        <p:txBody>
          <a:bodyPr/>
          <a:lstStyle>
            <a:lvl1pPr marL="0" indent="0">
              <a:buNone/>
              <a:defRPr/>
            </a:lvl1pPr>
            <a:lvl2pPr marL="176213" indent="0">
              <a:buNone/>
              <a:defRPr/>
            </a:lvl2pPr>
            <a:lvl3pPr marL="357188" indent="0">
              <a:buNone/>
              <a:defRPr/>
            </a:lvl3pPr>
            <a:lvl4pPr marL="534988" indent="0">
              <a:buNone/>
              <a:defRPr/>
            </a:lvl4pPr>
            <a:lvl5pPr marL="7159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A0F35B88-6ACA-37E3-019C-B70CD5D6FF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72397" y="4500000"/>
            <a:ext cx="2682000" cy="702000"/>
          </a:xfrm>
        </p:spPr>
        <p:txBody>
          <a:bodyPr/>
          <a:lstStyle>
            <a:lvl1pPr marL="0" indent="0">
              <a:buNone/>
              <a:defRPr sz="4800" b="1"/>
            </a:lvl1pPr>
            <a:lvl2pPr marL="176213" indent="0">
              <a:buNone/>
              <a:defRPr sz="4800" b="1"/>
            </a:lvl2pPr>
            <a:lvl3pPr marL="357188" indent="0">
              <a:buNone/>
              <a:defRPr sz="4800" b="1"/>
            </a:lvl3pPr>
            <a:lvl4pPr marL="534988" indent="0">
              <a:buNone/>
              <a:defRPr sz="4800" b="1"/>
            </a:lvl4pPr>
            <a:lvl5pPr marL="715963" indent="0">
              <a:buNone/>
              <a:defRPr sz="4800" b="1"/>
            </a:lvl5pPr>
          </a:lstStyle>
          <a:p>
            <a:pPr lvl="0"/>
            <a:r>
              <a:rPr lang="en-US"/>
              <a:t>XX%</a:t>
            </a:r>
            <a:endParaRPr lang="en-GB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F1908FB4-6C1F-E2A9-2C17-0800D5C45C5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272397" y="5202000"/>
            <a:ext cx="2682000" cy="702000"/>
          </a:xfrm>
        </p:spPr>
        <p:txBody>
          <a:bodyPr/>
          <a:lstStyle>
            <a:lvl1pPr marL="0" indent="0">
              <a:buNone/>
              <a:defRPr/>
            </a:lvl1pPr>
            <a:lvl2pPr marL="176213" indent="0">
              <a:buNone/>
              <a:defRPr/>
            </a:lvl2pPr>
            <a:lvl3pPr marL="357188" indent="0">
              <a:buNone/>
              <a:defRPr/>
            </a:lvl3pPr>
            <a:lvl4pPr marL="534988" indent="0">
              <a:buNone/>
              <a:defRPr/>
            </a:lvl4pPr>
            <a:lvl5pPr marL="7159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4586442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fac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991F-3718-8448-0675-092878A5CA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397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DBAFB1-EC08-DFF0-0E3C-E581CEA3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809E4-8B49-BFC9-B2E3-764C3CAE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9B82-FC53-E52D-11E6-576CBA459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62F6C93-9039-61F9-A223-35A55C82F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E4CF0ECA-EE5C-4248-6024-E2419A195D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9" y="1260000"/>
            <a:ext cx="5648400" cy="720000"/>
          </a:xfrm>
        </p:spPr>
        <p:txBody>
          <a:bodyPr/>
          <a:lstStyle>
            <a:lvl1pPr marL="0" indent="0">
              <a:buNone/>
              <a:defRPr sz="1800"/>
            </a:lvl1pPr>
            <a:lvl2pPr marL="176213" indent="0">
              <a:buNone/>
              <a:defRPr sz="2000"/>
            </a:lvl2pPr>
            <a:lvl3pPr marL="357188" indent="0">
              <a:buNone/>
              <a:defRPr sz="2000"/>
            </a:lvl3pPr>
            <a:lvl4pPr marL="534988" indent="0">
              <a:buNone/>
              <a:defRPr sz="2000"/>
            </a:lvl4pPr>
            <a:lvl5pPr marL="715963" indent="0">
              <a:buNone/>
              <a:defRPr sz="2000"/>
            </a:lvl5pPr>
          </a:lstStyle>
          <a:p>
            <a:pPr lvl="0"/>
            <a:r>
              <a:rPr lang="en-US"/>
              <a:t>Room for introductory text (2 lines maximum)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EBE3D16-79BC-145D-104A-8871C7542E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8" y="2160000"/>
            <a:ext cx="5648399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2439DE8-BAC6-1132-9C68-89C2D648A1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6000" y="2592000"/>
            <a:ext cx="2682000" cy="702000"/>
          </a:xfrm>
        </p:spPr>
        <p:txBody>
          <a:bodyPr/>
          <a:lstStyle>
            <a:lvl1pPr marL="0" indent="0">
              <a:buNone/>
              <a:defRPr sz="4800" b="1"/>
            </a:lvl1pPr>
            <a:lvl2pPr marL="176213" indent="0">
              <a:buNone/>
              <a:defRPr sz="4800" b="1"/>
            </a:lvl2pPr>
            <a:lvl3pPr marL="357188" indent="0">
              <a:buNone/>
              <a:defRPr sz="4800" b="1"/>
            </a:lvl3pPr>
            <a:lvl4pPr marL="534988" indent="0">
              <a:buNone/>
              <a:defRPr sz="4800" b="1"/>
            </a:lvl4pPr>
            <a:lvl5pPr marL="715963" indent="0">
              <a:buNone/>
              <a:defRPr sz="4800" b="1"/>
            </a:lvl5pPr>
          </a:lstStyle>
          <a:p>
            <a:pPr lvl="0"/>
            <a:r>
              <a:rPr lang="en-US"/>
              <a:t>XX%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883744B-F36D-8700-9654-01B67F49DC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06000" y="3294000"/>
            <a:ext cx="2682000" cy="702000"/>
          </a:xfrm>
        </p:spPr>
        <p:txBody>
          <a:bodyPr/>
          <a:lstStyle>
            <a:lvl1pPr marL="0" indent="0">
              <a:buNone/>
              <a:defRPr/>
            </a:lvl1pPr>
            <a:lvl2pPr marL="176213" indent="0">
              <a:buNone/>
              <a:defRPr/>
            </a:lvl2pPr>
            <a:lvl3pPr marL="357188" indent="0">
              <a:buNone/>
              <a:defRPr/>
            </a:lvl3pPr>
            <a:lvl4pPr marL="534988" indent="0">
              <a:buNone/>
              <a:defRPr/>
            </a:lvl4pPr>
            <a:lvl5pPr marL="7159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1514F61-BD65-F287-0158-FE1E635CA31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72397" y="2592000"/>
            <a:ext cx="2682000" cy="702000"/>
          </a:xfrm>
        </p:spPr>
        <p:txBody>
          <a:bodyPr/>
          <a:lstStyle>
            <a:lvl1pPr marL="0" indent="0">
              <a:buNone/>
              <a:defRPr sz="4800" b="1"/>
            </a:lvl1pPr>
            <a:lvl2pPr marL="176213" indent="0">
              <a:buNone/>
              <a:defRPr sz="4800" b="1"/>
            </a:lvl2pPr>
            <a:lvl3pPr marL="357188" indent="0">
              <a:buNone/>
              <a:defRPr sz="4800" b="1"/>
            </a:lvl3pPr>
            <a:lvl4pPr marL="534988" indent="0">
              <a:buNone/>
              <a:defRPr sz="4800" b="1"/>
            </a:lvl4pPr>
            <a:lvl5pPr marL="715963" indent="0">
              <a:buNone/>
              <a:defRPr sz="4800" b="1"/>
            </a:lvl5pPr>
          </a:lstStyle>
          <a:p>
            <a:pPr lvl="0"/>
            <a:r>
              <a:rPr lang="en-US"/>
              <a:t>XX%</a:t>
            </a:r>
            <a:endParaRPr lang="en-GB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B9D29752-2CDB-6A63-C2F8-9A45E5BA0A9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72397" y="3294000"/>
            <a:ext cx="2682000" cy="702000"/>
          </a:xfrm>
        </p:spPr>
        <p:txBody>
          <a:bodyPr/>
          <a:lstStyle>
            <a:lvl1pPr marL="0" indent="0">
              <a:buNone/>
              <a:defRPr/>
            </a:lvl1pPr>
            <a:lvl2pPr marL="176213" indent="0">
              <a:buNone/>
              <a:defRPr/>
            </a:lvl2pPr>
            <a:lvl3pPr marL="357188" indent="0">
              <a:buNone/>
              <a:defRPr/>
            </a:lvl3pPr>
            <a:lvl4pPr marL="534988" indent="0">
              <a:buNone/>
              <a:defRPr/>
            </a:lvl4pPr>
            <a:lvl5pPr marL="7159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4A55E5F-94F9-02B6-D5BF-BB64FCC807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05998" y="4068000"/>
            <a:ext cx="5648399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0BE7F8DB-0BE1-7B02-DE2F-3FD6C246656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06000" y="4500000"/>
            <a:ext cx="2682000" cy="702000"/>
          </a:xfrm>
        </p:spPr>
        <p:txBody>
          <a:bodyPr/>
          <a:lstStyle>
            <a:lvl1pPr marL="0" indent="0">
              <a:buNone/>
              <a:defRPr sz="4800" b="1"/>
            </a:lvl1pPr>
            <a:lvl2pPr marL="176213" indent="0">
              <a:buNone/>
              <a:defRPr sz="4800" b="1"/>
            </a:lvl2pPr>
            <a:lvl3pPr marL="357188" indent="0">
              <a:buNone/>
              <a:defRPr sz="4800" b="1"/>
            </a:lvl3pPr>
            <a:lvl4pPr marL="534988" indent="0">
              <a:buNone/>
              <a:defRPr sz="4800" b="1"/>
            </a:lvl4pPr>
            <a:lvl5pPr marL="715963" indent="0">
              <a:buNone/>
              <a:defRPr sz="4800" b="1"/>
            </a:lvl5pPr>
          </a:lstStyle>
          <a:p>
            <a:pPr lvl="0"/>
            <a:r>
              <a:rPr lang="en-US"/>
              <a:t>XX%</a:t>
            </a:r>
            <a:endParaRPr lang="en-GB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D19DCBF7-FA68-3F27-5043-B2A09AA01ED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6000" y="5202000"/>
            <a:ext cx="2682000" cy="702000"/>
          </a:xfrm>
        </p:spPr>
        <p:txBody>
          <a:bodyPr/>
          <a:lstStyle>
            <a:lvl1pPr marL="0" indent="0">
              <a:buNone/>
              <a:defRPr/>
            </a:lvl1pPr>
            <a:lvl2pPr marL="176213" indent="0">
              <a:buNone/>
              <a:defRPr/>
            </a:lvl2pPr>
            <a:lvl3pPr marL="357188" indent="0">
              <a:buNone/>
              <a:defRPr/>
            </a:lvl3pPr>
            <a:lvl4pPr marL="534988" indent="0">
              <a:buNone/>
              <a:defRPr/>
            </a:lvl4pPr>
            <a:lvl5pPr marL="7159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A0F35B88-6ACA-37E3-019C-B70CD5D6FF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72397" y="4500000"/>
            <a:ext cx="2682000" cy="702000"/>
          </a:xfrm>
        </p:spPr>
        <p:txBody>
          <a:bodyPr/>
          <a:lstStyle>
            <a:lvl1pPr marL="0" indent="0">
              <a:buNone/>
              <a:defRPr sz="4800" b="1"/>
            </a:lvl1pPr>
            <a:lvl2pPr marL="176213" indent="0">
              <a:buNone/>
              <a:defRPr sz="4800" b="1"/>
            </a:lvl2pPr>
            <a:lvl3pPr marL="357188" indent="0">
              <a:buNone/>
              <a:defRPr sz="4800" b="1"/>
            </a:lvl3pPr>
            <a:lvl4pPr marL="534988" indent="0">
              <a:buNone/>
              <a:defRPr sz="4800" b="1"/>
            </a:lvl4pPr>
            <a:lvl5pPr marL="715963" indent="0">
              <a:buNone/>
              <a:defRPr sz="4800" b="1"/>
            </a:lvl5pPr>
          </a:lstStyle>
          <a:p>
            <a:pPr lvl="0"/>
            <a:r>
              <a:rPr lang="en-US"/>
              <a:t>XX%</a:t>
            </a:r>
            <a:endParaRPr lang="en-GB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F1908FB4-6C1F-E2A9-2C17-0800D5C45C5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272397" y="5202000"/>
            <a:ext cx="2682000" cy="702000"/>
          </a:xfrm>
        </p:spPr>
        <p:txBody>
          <a:bodyPr/>
          <a:lstStyle>
            <a:lvl1pPr marL="0" indent="0">
              <a:buNone/>
              <a:defRPr/>
            </a:lvl1pPr>
            <a:lvl2pPr marL="176213" indent="0">
              <a:buNone/>
              <a:defRPr/>
            </a:lvl2pPr>
            <a:lvl3pPr marL="357188" indent="0">
              <a:buNone/>
              <a:defRPr/>
            </a:lvl3pPr>
            <a:lvl4pPr marL="534988" indent="0">
              <a:buNone/>
              <a:defRPr/>
            </a:lvl4pPr>
            <a:lvl5pPr marL="7159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Espace réservé pour une image  29">
            <a:extLst>
              <a:ext uri="{FF2B5EF4-FFF2-40B4-BE49-F238E27FC236}">
                <a16:creationId xmlns:a16="http://schemas.microsoft.com/office/drawing/2014/main" id="{ED358CFF-706E-64A6-81F1-82F7B43F79A4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6387206" y="304800"/>
            <a:ext cx="5498794" cy="5645150"/>
          </a:xfrm>
          <a:prstGeom prst="parallelogram">
            <a:avLst>
              <a:gd name="adj" fmla="val 3460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36214639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blocks with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2160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2592000"/>
            <a:ext cx="3668400" cy="136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4781" y="2160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64782" y="2592000"/>
            <a:ext cx="3668400" cy="136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23563" y="2160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223564" y="2592000"/>
            <a:ext cx="3668400" cy="136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C37BD24B-0050-8906-E9F3-CBBB1D8289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9" y="1260000"/>
            <a:ext cx="11581200" cy="720000"/>
          </a:xfrm>
        </p:spPr>
        <p:txBody>
          <a:bodyPr/>
          <a:lstStyle>
            <a:lvl1pPr marL="0" indent="0">
              <a:buNone/>
              <a:defRPr sz="1800"/>
            </a:lvl1pPr>
            <a:lvl2pPr marL="176213" indent="0">
              <a:buNone/>
              <a:defRPr sz="2000"/>
            </a:lvl2pPr>
            <a:lvl3pPr marL="357188" indent="0">
              <a:buNone/>
              <a:defRPr sz="2000"/>
            </a:lvl3pPr>
            <a:lvl4pPr marL="534988" indent="0">
              <a:buNone/>
              <a:defRPr sz="2000"/>
            </a:lvl4pPr>
            <a:lvl5pPr marL="715963" indent="0">
              <a:buNone/>
              <a:defRPr sz="2000"/>
            </a:lvl5pPr>
          </a:lstStyle>
          <a:p>
            <a:pPr lvl="0"/>
            <a:r>
              <a:rPr lang="en-US"/>
              <a:t>Room for introductory text (2 lines maximum)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0F9EC305-D440-2893-E906-ADC1D8E23E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5999" y="4140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6CD011D2-5F4B-4DEF-F30B-8FC238AC94FA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06000" y="4572000"/>
            <a:ext cx="3668400" cy="136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981CE925-E43A-C6B5-7D72-760559783A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64781" y="4140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84984A5E-0770-D103-58A3-E1A2F46867D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264782" y="4572000"/>
            <a:ext cx="3668400" cy="136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81A2E33-5F45-E755-BFA5-7E84A36AF19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23563" y="4140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33061B88-6B81-FDAF-ED9E-74D088634BC0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8223564" y="4572000"/>
            <a:ext cx="3668400" cy="136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137537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blocks no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1260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1692000"/>
            <a:ext cx="3668400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4781" y="1260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64782" y="1692000"/>
            <a:ext cx="3668400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23563" y="1260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223564" y="1692000"/>
            <a:ext cx="3668400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0F9EC305-D440-2893-E906-ADC1D8E23E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5999" y="3672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6CD011D2-5F4B-4DEF-F30B-8FC238AC94FA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06000" y="4104000"/>
            <a:ext cx="3668400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981CE925-E43A-C6B5-7D72-760559783A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64781" y="3672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84984A5E-0770-D103-58A3-E1A2F46867D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264782" y="4104000"/>
            <a:ext cx="3668400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81A2E33-5F45-E755-BFA5-7E84A36AF19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23563" y="3672000"/>
            <a:ext cx="366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33061B88-6B81-FDAF-ED9E-74D088634BC0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8223564" y="4104000"/>
            <a:ext cx="3668400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0330976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with introduction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9634" y="2160000"/>
            <a:ext cx="30600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09635" y="2592000"/>
            <a:ext cx="3060000" cy="33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8416" y="2160000"/>
            <a:ext cx="30600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868417" y="2592000"/>
            <a:ext cx="3060000" cy="33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27198" y="2160000"/>
            <a:ext cx="30600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827199" y="2592000"/>
            <a:ext cx="3060000" cy="33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C37BD24B-0050-8906-E9F3-CBBB1D8289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9" y="1260000"/>
            <a:ext cx="11581200" cy="720000"/>
          </a:xfrm>
        </p:spPr>
        <p:txBody>
          <a:bodyPr/>
          <a:lstStyle>
            <a:lvl1pPr marL="0" indent="0">
              <a:buNone/>
              <a:defRPr sz="1800"/>
            </a:lvl1pPr>
            <a:lvl2pPr marL="176213" indent="0">
              <a:buNone/>
              <a:defRPr sz="2000"/>
            </a:lvl2pPr>
            <a:lvl3pPr marL="357188" indent="0">
              <a:buNone/>
              <a:defRPr sz="2000"/>
            </a:lvl3pPr>
            <a:lvl4pPr marL="534988" indent="0">
              <a:buNone/>
              <a:defRPr sz="2000"/>
            </a:lvl4pPr>
            <a:lvl5pPr marL="715963" indent="0">
              <a:buNone/>
              <a:defRPr sz="2000"/>
            </a:lvl5pPr>
          </a:lstStyle>
          <a:p>
            <a:pPr lvl="0"/>
            <a:r>
              <a:rPr lang="en-US"/>
              <a:t>Room for introductory text (2 lines maximum)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D13B656-6467-C073-C26F-9B2F8CE5D05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4801" y="19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730BD01E-9314-90AA-551D-128BC858C47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63584" y="19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85CF624A-A380-99FE-C23C-D960C6B51AC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222367" y="19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792385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no introductio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398" y="1260000"/>
            <a:ext cx="30600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4399" y="1692000"/>
            <a:ext cx="3060000" cy="42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3180" y="1260000"/>
            <a:ext cx="30600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873181" y="1692000"/>
            <a:ext cx="3060000" cy="42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31962" y="1260000"/>
            <a:ext cx="30600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831963" y="1692000"/>
            <a:ext cx="3060000" cy="42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F0581416-50E1-E82F-8528-2CE457CD0C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4801" y="10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5E2DCBAF-B731-246B-C848-100C8423D66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63584" y="10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A4814D1-B27E-08F8-FDF9-168771E1279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222367" y="10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215640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with introduction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396" y="2160000"/>
            <a:ext cx="2193332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4397" y="2592000"/>
            <a:ext cx="2193332" cy="33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43831" y="2160000"/>
            <a:ext cx="2193332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43832" y="2592000"/>
            <a:ext cx="2193332" cy="33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68849" y="2160000"/>
            <a:ext cx="2193332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68850" y="2592000"/>
            <a:ext cx="2193332" cy="33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7754957-74D7-D0D5-848B-39C3E526E6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93866" y="2160000"/>
            <a:ext cx="2193332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E165B66-0E91-F9C6-89CF-10EFF86FB3F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693867" y="2592000"/>
            <a:ext cx="2193332" cy="33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4804556-2CA6-A3C1-67A1-CB3B7D4C84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9" y="1260000"/>
            <a:ext cx="11581200" cy="720000"/>
          </a:xfrm>
        </p:spPr>
        <p:txBody>
          <a:bodyPr/>
          <a:lstStyle>
            <a:lvl1pPr marL="0" indent="0">
              <a:buNone/>
              <a:defRPr sz="1800"/>
            </a:lvl1pPr>
            <a:lvl2pPr marL="176213" indent="0">
              <a:buNone/>
              <a:defRPr sz="2000"/>
            </a:lvl2pPr>
            <a:lvl3pPr marL="357188" indent="0">
              <a:buNone/>
              <a:defRPr sz="2000"/>
            </a:lvl3pPr>
            <a:lvl4pPr marL="534988" indent="0">
              <a:buNone/>
              <a:defRPr sz="2000"/>
            </a:lvl4pPr>
            <a:lvl5pPr marL="715963" indent="0">
              <a:buNone/>
              <a:defRPr sz="2000"/>
            </a:lvl5pPr>
          </a:lstStyle>
          <a:p>
            <a:pPr lvl="0"/>
            <a:r>
              <a:rPr lang="en-US"/>
              <a:t>Room for introductory text (2 lines maximum)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86439A7-3822-1290-CAC9-BD96F35F868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4800" y="19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8881FA82-625B-3A61-C9A7-4B9BB4F3F6E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231184" y="19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18288754-EC19-10D6-B558-74DB97EA1BE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57886" y="19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D44BD020-479D-FBFB-D346-B67666EB3AE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88687" y="19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9189387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no introductio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1260000"/>
            <a:ext cx="2192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4400" y="1692000"/>
            <a:ext cx="2192400" cy="42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41200" y="1260000"/>
            <a:ext cx="2192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41200" y="1692000"/>
            <a:ext cx="2192400" cy="42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68000" y="1260000"/>
            <a:ext cx="2192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68000" y="1692000"/>
            <a:ext cx="2192400" cy="42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7754957-74D7-D0D5-848B-39C3E526E6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94799" y="1260000"/>
            <a:ext cx="2192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E165B66-0E91-F9C6-89CF-10EFF86FB3F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694800" y="1692000"/>
            <a:ext cx="2192400" cy="42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A82684E-299D-151D-AC01-7693B8AF2DF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4800" y="10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9A680C2D-DE0C-2BE6-C4C1-167AED08BBA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231184" y="10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9DE299DF-DBF8-3F0A-5C70-620983CABF2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57886" y="10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328CB566-8AC7-665C-FAB0-976D393A95D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88687" y="10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753799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blocks with introduction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398" y="2160000"/>
            <a:ext cx="30600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4399" y="2592000"/>
            <a:ext cx="3060000" cy="136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3180" y="2160000"/>
            <a:ext cx="30600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873181" y="2592000"/>
            <a:ext cx="3060000" cy="1255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31962" y="2160000"/>
            <a:ext cx="30600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831963" y="2592000"/>
            <a:ext cx="3060000" cy="1255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C37BD24B-0050-8906-E9F3-CBBB1D8289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9" y="1260000"/>
            <a:ext cx="11581200" cy="720000"/>
          </a:xfrm>
        </p:spPr>
        <p:txBody>
          <a:bodyPr/>
          <a:lstStyle>
            <a:lvl1pPr marL="0" indent="0">
              <a:buNone/>
              <a:defRPr sz="1800"/>
            </a:lvl1pPr>
            <a:lvl2pPr marL="176213" indent="0">
              <a:buNone/>
              <a:defRPr sz="2000"/>
            </a:lvl2pPr>
            <a:lvl3pPr marL="357188" indent="0">
              <a:buNone/>
              <a:defRPr sz="2000"/>
            </a:lvl3pPr>
            <a:lvl4pPr marL="534988" indent="0">
              <a:buNone/>
              <a:defRPr sz="2000"/>
            </a:lvl4pPr>
            <a:lvl5pPr marL="715963" indent="0">
              <a:buNone/>
              <a:defRPr sz="2000"/>
            </a:lvl5pPr>
          </a:lstStyle>
          <a:p>
            <a:pPr lvl="0"/>
            <a:r>
              <a:rPr lang="en-US"/>
              <a:t>Room for introductory text (2 lines maximum)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0F9EC305-D440-2893-E906-ADC1D8E23E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4398" y="4140000"/>
            <a:ext cx="30600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6CD011D2-5F4B-4DEF-F30B-8FC238AC94FA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914399" y="4572000"/>
            <a:ext cx="3060000" cy="136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981CE925-E43A-C6B5-7D72-760559783A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73180" y="4140000"/>
            <a:ext cx="30600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84984A5E-0770-D103-58A3-E1A2F46867D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873181" y="4572000"/>
            <a:ext cx="3060000" cy="136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81A2E33-5F45-E755-BFA5-7E84A36AF19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31962" y="4140000"/>
            <a:ext cx="30600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33061B88-6B81-FDAF-ED9E-74D088634BC0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8831963" y="4572000"/>
            <a:ext cx="3060000" cy="136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9591626B-58F0-DFE6-D291-D1F74A047BE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04801" y="1991016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419217D5-9389-E4D4-C7C1-076CA234E5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63584" y="1991016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ECD36A1E-7B2E-2134-533F-C023B8AFBE3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222367" y="1991016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3AEC8FD1-28A6-3231-B7EC-2C76E3CBF03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04801" y="3971016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A67A67F9-C4E6-257B-32E3-A57F1190942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63584" y="3971016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38AAB764-B8CC-20D4-676B-A928F053992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22367" y="3971016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880733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blocks no introductio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398" y="1260000"/>
            <a:ext cx="30600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4399" y="1692000"/>
            <a:ext cx="3060000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3180" y="1260000"/>
            <a:ext cx="30600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873181" y="1692000"/>
            <a:ext cx="3060000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31962" y="1260000"/>
            <a:ext cx="30600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831963" y="1692000"/>
            <a:ext cx="3060000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0F9EC305-D440-2893-E906-ADC1D8E23E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4398" y="3672000"/>
            <a:ext cx="30600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6CD011D2-5F4B-4DEF-F30B-8FC238AC94FA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914399" y="4104000"/>
            <a:ext cx="3060000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981CE925-E43A-C6B5-7D72-760559783A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73180" y="3672000"/>
            <a:ext cx="30600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84984A5E-0770-D103-58A3-E1A2F46867D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873181" y="4104000"/>
            <a:ext cx="3060000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81A2E33-5F45-E755-BFA5-7E84A36AF19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31962" y="3672000"/>
            <a:ext cx="30600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33061B88-6B81-FDAF-ED9E-74D088634BC0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8831963" y="4104000"/>
            <a:ext cx="3060000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2BF23F95-2673-FE84-66E7-82097451E46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04801" y="10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C7CCFC2C-8E49-1CD8-E77D-05EC4616153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63584" y="10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99383212-5E56-5076-CADC-AE74C2E2354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222367" y="10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B23A623D-583C-7275-793F-72445CF17BC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04801" y="3502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85ECF528-F4CD-11DE-C52B-74C6A0536CB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63584" y="3502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770DC091-DD84-E985-38FC-1D5ACA0845A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22367" y="3502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7565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AD6B1-3EFA-DC15-FA38-C5DFFE8BD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2422800"/>
            <a:ext cx="11581200" cy="36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823C6B-F584-EFF0-D4B2-F50D4DEE6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E8608B-C9BE-0115-D98A-80D843DB3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E60D8-D1AB-0B88-66B3-B28585C5A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594359-489A-D8EC-A63B-358473973D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00" y="2869248"/>
            <a:ext cx="11581200" cy="1590675"/>
          </a:xfrm>
        </p:spPr>
        <p:txBody>
          <a:bodyPr/>
          <a:lstStyle>
            <a:lvl1pPr marL="0" indent="0">
              <a:buNone/>
              <a:defRPr sz="3600" b="1"/>
            </a:lvl1pPr>
            <a:lvl2pPr marL="176213" indent="0">
              <a:buNone/>
              <a:defRPr sz="3600" b="1"/>
            </a:lvl2pPr>
            <a:lvl3pPr marL="357188" indent="0">
              <a:buNone/>
              <a:defRPr sz="3600" b="1"/>
            </a:lvl3pPr>
            <a:lvl4pPr marL="534988" indent="0">
              <a:buNone/>
              <a:defRPr sz="3600" b="1"/>
            </a:lvl4pPr>
            <a:lvl5pPr marL="715963" indent="0">
              <a:buNone/>
              <a:defRPr sz="3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4327087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EE27-6D9E-2EA1-121A-B2BD253AB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A4EC3D-D47F-716A-A151-ADE5FB2C0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25ECD-39EC-4E11-7048-B8F19CE2A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52932-21A5-5D5D-CBD0-B1D05162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202DCC5-A246-1BAC-FE34-93992F42C8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7AC093CF-9094-42B3-E644-4B1D722C80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6000" y="1258889"/>
            <a:ext cx="5648400" cy="469106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5E81BA9-7009-A36E-9F02-FC2536F7D4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43563" y="1258888"/>
            <a:ext cx="5648400" cy="4240212"/>
          </a:xfrm>
        </p:spPr>
        <p:txBody>
          <a:bodyPr/>
          <a:lstStyle>
            <a:lvl1pPr marL="157163" indent="-157163">
              <a:buNone/>
              <a:defRPr sz="2400" b="1"/>
            </a:lvl1pPr>
            <a:lvl2pPr marL="176213" indent="0">
              <a:buNone/>
              <a:defRPr sz="2400" b="1"/>
            </a:lvl2pPr>
            <a:lvl3pPr marL="357188" indent="0">
              <a:buNone/>
              <a:defRPr sz="2400" b="1"/>
            </a:lvl3pPr>
            <a:lvl4pPr marL="534988" indent="0">
              <a:buNone/>
              <a:defRPr sz="2400" b="1"/>
            </a:lvl4pPr>
            <a:lvl5pPr marL="715963" indent="0">
              <a:buNone/>
              <a:defRPr sz="24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DD79567B-BA61-21E3-EB1B-6B95C8E88D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37602" y="5499100"/>
            <a:ext cx="5648398" cy="450850"/>
          </a:xfrm>
        </p:spPr>
        <p:txBody>
          <a:bodyPr/>
          <a:lstStyle>
            <a:lvl1pPr marL="0" indent="0">
              <a:buNone/>
              <a:defRPr sz="1200" b="1"/>
            </a:lvl1pPr>
            <a:lvl2pPr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/>
            <a:r>
              <a:rPr lang="en-US"/>
              <a:t>Name, Job Title</a:t>
            </a:r>
          </a:p>
        </p:txBody>
      </p:sp>
    </p:spTree>
    <p:extLst>
      <p:ext uri="{BB962C8B-B14F-4D97-AF65-F5344CB8AC3E}">
        <p14:creationId xmlns:p14="http://schemas.microsoft.com/office/powerpoint/2010/main" val="2640916460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_Quot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644ABC-A943-3ED6-C41B-5AFF1F1E01A8}"/>
              </a:ext>
            </a:extLst>
          </p:cNvPr>
          <p:cNvSpPr/>
          <p:nvPr userDrawn="1"/>
        </p:nvSpPr>
        <p:spPr>
          <a:xfrm>
            <a:off x="7569201" y="1"/>
            <a:ext cx="4622800" cy="68548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0BEE27-6D9E-2EA1-121A-B2BD253AB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A4EC3D-D47F-716A-A151-ADE5FB2C0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25ECD-39EC-4E11-7048-B8F19CE2A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52932-21A5-5D5D-CBD0-B1D05162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202DCC5-A246-1BAC-FE34-93992F42C8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5E81BA9-7009-A36E-9F02-FC2536F7D4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97735" y="1260000"/>
            <a:ext cx="3748720" cy="4239100"/>
          </a:xfrm>
        </p:spPr>
        <p:txBody>
          <a:bodyPr/>
          <a:lstStyle>
            <a:lvl1pPr marL="120650" indent="-120650">
              <a:buNone/>
              <a:defRPr sz="2400" b="0"/>
            </a:lvl1pPr>
            <a:lvl2pPr marL="176213" indent="0">
              <a:buNone/>
              <a:defRPr sz="2400" b="1"/>
            </a:lvl2pPr>
            <a:lvl3pPr marL="357188" indent="0">
              <a:buNone/>
              <a:defRPr sz="2400" b="1"/>
            </a:lvl3pPr>
            <a:lvl4pPr marL="534988" indent="0">
              <a:buNone/>
              <a:defRPr sz="2400" b="1"/>
            </a:lvl4pPr>
            <a:lvl5pPr marL="715963" indent="0">
              <a:buNone/>
              <a:defRPr sz="2400" b="1"/>
            </a:lvl5pPr>
          </a:lstStyle>
          <a:p>
            <a:pPr lvl="0"/>
            <a:r>
              <a:rPr lang="en-US"/>
              <a:t>“Click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F8DBE469-FA96-A611-CE98-0F2F91BDD6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7" y="1260000"/>
            <a:ext cx="72000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90D26B-A5B3-53AF-787D-CA185DA722E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5998" y="1692000"/>
            <a:ext cx="7200000" cy="42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29C61118-65C4-E1C5-E036-604CF0B059E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7735" y="5499100"/>
            <a:ext cx="3748720" cy="450850"/>
          </a:xfrm>
        </p:spPr>
        <p:txBody>
          <a:bodyPr/>
          <a:lstStyle>
            <a:lvl1pPr marL="0" indent="0">
              <a:buNone/>
              <a:defRPr sz="1200" b="1"/>
            </a:lvl1pPr>
            <a:lvl2pPr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/>
            <a:r>
              <a:rPr lang="en-US"/>
              <a:t>Name, Job Title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C5E3FE2-8639-BD78-F83C-F0222C43BC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1963" y="6164039"/>
            <a:ext cx="1080000" cy="45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509866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right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9F930D-35CB-01D0-4761-E9A6692624F6}"/>
              </a:ext>
            </a:extLst>
          </p:cNvPr>
          <p:cNvSpPr/>
          <p:nvPr userDrawn="1"/>
        </p:nvSpPr>
        <p:spPr>
          <a:xfrm>
            <a:off x="7569201" y="1"/>
            <a:ext cx="4622800" cy="68548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FAA43-049E-0EDB-73E3-7ED4429EA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B65ECB-6708-A610-4029-A91BD50C7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E1FAB-C451-E465-8500-00AEE22D8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B4D2BA-FFC1-18C8-F9F3-DBECD87DE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5F5A8C2-A4E5-0B25-09CD-E49B873767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92E247C2-C9E4-83C5-F04A-E5EA50CF0DA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876131" y="1258888"/>
            <a:ext cx="4011069" cy="4691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FC463AB-4BD2-49D5-767F-54FC8EA65B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7" y="1260000"/>
            <a:ext cx="6958402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271815FF-0161-8C49-AB75-C04614AA1BB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5998" y="1692000"/>
            <a:ext cx="6958402" cy="425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0E2E89-185D-B020-646D-FAA1CC1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1963" y="6164039"/>
            <a:ext cx="1080000" cy="45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108508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6774D-425F-4BC0-2A89-D4FFAD2D27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D2A33-8FED-378E-7CD7-17B365A7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81165-1F65-1CE8-67D1-821449075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EC5859-8CFE-67C8-1FC8-66D5E71B9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D3BA3C3-C7E2-5DDF-A5DF-F098DEE555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838445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EE27-6D9E-2EA1-121A-B2BD253AB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A4EC3D-D47F-716A-A151-ADE5FB2C0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25ECD-39EC-4E11-7048-B8F19CE2A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52932-21A5-5D5D-CBD0-B1D05162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202DCC5-A246-1BAC-FE34-93992F42C8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72A2661-F0D3-EA1A-1204-1F0DD20230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000" y="1260000"/>
            <a:ext cx="3276128" cy="360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Our team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6AAF7BD-B690-19AE-85DD-D64C07178B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4800" y="1692000"/>
            <a:ext cx="3277200" cy="1501775"/>
          </a:xfrm>
        </p:spPr>
        <p:txBody>
          <a:bodyPr/>
          <a:lstStyle>
            <a:lvl1pPr marL="0" indent="0">
              <a:buNone/>
              <a:defRPr sz="2400" b="1"/>
            </a:lvl1pPr>
            <a:lvl2pPr marL="176213" indent="0">
              <a:buNone/>
              <a:defRPr sz="2400" b="1"/>
            </a:lvl2pPr>
            <a:lvl3pPr marL="357188" indent="0">
              <a:buNone/>
              <a:defRPr sz="2400" b="1"/>
            </a:lvl3pPr>
            <a:lvl4pPr marL="534988" indent="0">
              <a:buNone/>
              <a:defRPr sz="2400" b="1"/>
            </a:lvl4pPr>
            <a:lvl5pPr marL="715963" indent="0">
              <a:buNone/>
              <a:defRPr sz="24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8D23521A-6BFC-0413-2BE0-68637565C4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21498" y="1260000"/>
            <a:ext cx="1638000" cy="163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777DA299-DF9F-AA0B-EBD9-B89A2B27B9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973498" y="1260000"/>
            <a:ext cx="1638000" cy="163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9EDEE6B0-32AE-5C3F-B6C7-53332D9C70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21498" y="3652524"/>
            <a:ext cx="1638000" cy="163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62F9F762-D9F9-DA71-29D1-C79016D1A8D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973498" y="3652524"/>
            <a:ext cx="1638000" cy="163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33872C5-04BF-F8E7-4D24-9D0D57B1BB2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06949" y="2117664"/>
            <a:ext cx="2027051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FBD4C676-D3A0-7C78-8E0C-1156D9E4EFC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06949" y="2538000"/>
            <a:ext cx="2027051" cy="3600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5A2D47DF-6C80-9D62-8F40-BED8626C26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58949" y="2117664"/>
            <a:ext cx="2027051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124E0AA2-5A10-C4F8-7FF7-3331E936DA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58949" y="2538000"/>
            <a:ext cx="2027051" cy="3600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8BDB34A3-36A9-DFDC-3C94-2120F1A7EB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06949" y="4510188"/>
            <a:ext cx="2027051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A3717ED6-BDEA-E997-D0EF-C7FC7E6B0A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06949" y="4930524"/>
            <a:ext cx="2027051" cy="3600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46608C4E-A3D0-8547-0277-9E3C281776B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58949" y="4510188"/>
            <a:ext cx="2027051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2F90C55D-5300-4742-EBF6-164AB6B4FC3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58949" y="4930524"/>
            <a:ext cx="2027051" cy="3600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402494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D119A-5205-549D-6A59-CF6BFED54E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C064FE-D615-C9B5-75EB-0193E382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10F5C-6B52-D19B-BD1F-10CBDAB3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66C31-CED2-A64E-05C1-0BADF0DA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8E2DB3B-3EB6-21F1-DD6A-DB825E3FBF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A7CD79-A047-3B0B-707A-9346E33EB8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40880E-2441-2036-7E0C-9AF61B5CE48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6388" y="1909999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11E5CD3-DC74-79A2-F9C5-9B34E0A4C0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52550" y="2069979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42D45A9F-31F5-55C8-2DA7-272DC34A4F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52550" y="2358978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Job title, location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0EB16D30-D682-728D-096A-539D025158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06388" y="3263224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51516F45-D716-2ECB-DE30-47451F4450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52550" y="3435428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F9034FFE-349E-57E0-A97B-B0259AF286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52550" y="3721178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Job title, location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BC84830A-754F-D374-A275-A566E5B2F19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06388" y="4616449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87A6012A-D91F-C88E-5F6A-A0C9D7978C3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52550" y="4787002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9F34D-A198-85E8-B6FA-D894213C8C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52550" y="5072752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Job title, location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F6A0002E-ADB8-E7E8-623B-31F88EBD745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03938" y="1909999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D831397A-CDEC-9164-A6D0-2344B10DA3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50100" y="2069979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92CEEA47-9458-21D6-F801-54AF0CCF87E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150100" y="2355729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Job title, location</a:t>
            </a:r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B59B1DAC-4F74-27F5-E442-B0BF36F38D40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103938" y="3263224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68FB1F47-A580-6EF2-B61C-7D815366968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150100" y="3435428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106A885-6035-680F-D7B6-51F11F3E359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150100" y="3721178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Job title, location</a:t>
            </a:r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92B06F5C-A2A7-FCFF-5C59-BFDF8B42917B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103938" y="4616449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F992B224-4A32-4EEF-BF74-6290FB9D35A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150100" y="4787002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7BCB4226-7823-5B28-3999-86D0EBB94FC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150100" y="5072752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Job title, location</a:t>
            </a:r>
          </a:p>
        </p:txBody>
      </p:sp>
    </p:spTree>
    <p:extLst>
      <p:ext uri="{BB962C8B-B14F-4D97-AF65-F5344CB8AC3E}">
        <p14:creationId xmlns:p14="http://schemas.microsoft.com/office/powerpoint/2010/main" val="705978506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D119A-5205-549D-6A59-CF6BFED54E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C064FE-D615-C9B5-75EB-0193E382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10F5C-6B52-D19B-BD1F-10CBDAB3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66C31-CED2-A64E-05C1-0BADF0DA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8E2DB3B-3EB6-21F1-DD6A-DB825E3FBF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A7CD79-A047-3B0B-707A-9346E33EB8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40880E-2441-2036-7E0C-9AF61B5CE48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6388" y="1909999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11E5CD3-DC74-79A2-F9C5-9B34E0A4C0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52550" y="2069979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42D45A9F-31F5-55C8-2DA7-272DC34A4F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52550" y="2358978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Job title, location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0EB16D30-D682-728D-096A-539D025158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06388" y="3263224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51516F45-D716-2ECB-DE30-47451F4450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52550" y="3435428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F9034FFE-349E-57E0-A97B-B0259AF286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52550" y="3721178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Job title, location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BC84830A-754F-D374-A275-A566E5B2F19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06388" y="4616449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87A6012A-D91F-C88E-5F6A-A0C9D7978C3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52550" y="4774302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9F34D-A198-85E8-B6FA-D894213C8C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52550" y="5060052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Job title, location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F6A0002E-ADB8-E7E8-623B-31F88EBD745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53694" y="1909999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D831397A-CDEC-9164-A6D0-2344B10DA3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99856" y="2069979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92CEEA47-9458-21D6-F801-54AF0CCF87E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9856" y="2358978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Job title, location</a:t>
            </a:r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B59B1DAC-4F74-27F5-E442-B0BF36F38D40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153694" y="3263224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68FB1F47-A580-6EF2-B61C-7D815366968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99856" y="3435428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106A885-6035-680F-D7B6-51F11F3E359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199856" y="3721178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Job title, location</a:t>
            </a:r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92B06F5C-A2A7-FCFF-5C59-BFDF8B42917B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153694" y="4616449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F992B224-4A32-4EEF-BF74-6290FB9D35A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99856" y="4774302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7BCB4226-7823-5B28-3999-86D0EBB94FC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99856" y="5060052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Job title, location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D00DC641-42E9-0B66-3D72-9F709D811A2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8001001" y="1909999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4A1F38BA-66D9-41A9-F343-8B2F5D9A9AC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47163" y="2069979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6AEB60AC-335C-9000-1BA5-FDB62E7A9EE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47163" y="2358978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Job title, location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E6F84F8C-66B2-BD9D-43C9-974D44F94EC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001001" y="3263224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0114D6F8-B9A3-ED71-9813-52BAF652A7B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47163" y="3435428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39C04260-C8BE-71ED-EA47-703038E9068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047163" y="3721178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Job title, location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944BF7B4-5DAC-1321-A9A6-C9816D8B397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001001" y="4616449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11F34BF6-57E4-2668-8C65-E480F3A591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047163" y="4774302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8623A0F5-2495-FFA9-60F0-C91A0FF0273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047163" y="5060052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Job title, location</a:t>
            </a:r>
          </a:p>
        </p:txBody>
      </p:sp>
    </p:spTree>
    <p:extLst>
      <p:ext uri="{BB962C8B-B14F-4D97-AF65-F5344CB8AC3E}">
        <p14:creationId xmlns:p14="http://schemas.microsoft.com/office/powerpoint/2010/main" val="35319686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9DBD-1C80-9434-61C2-BF800372A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F4D6F4-7201-D735-D3B3-216FF7908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7F9CC-6282-CDBE-05BD-D05AF463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F1CFB-88CF-58EB-DF8B-2B62A5D2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1704BAE-4588-79BC-83D2-40594032A0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5D577385-0486-30CD-9591-DF5CA8E9F42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6388" y="1260000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1CC4BDD-95AC-F534-49C7-7F39B914F4BB}"/>
              </a:ext>
            </a:extLst>
          </p:cNvPr>
          <p:cNvCxnSpPr>
            <a:cxnSpLocks/>
          </p:cNvCxnSpPr>
          <p:nvPr userDrawn="1"/>
        </p:nvCxnSpPr>
        <p:spPr>
          <a:xfrm>
            <a:off x="1352550" y="1937440"/>
            <a:ext cx="105394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23EC4540-66CE-AE24-3D97-903139C8134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52550" y="1260000"/>
            <a:ext cx="460185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53B156F5-850E-94C4-320A-C11DCDC45C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52550" y="1548000"/>
            <a:ext cx="460185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Job title, location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4B16A0D5-984E-52E5-2799-ADA0965709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38184" y="1260000"/>
            <a:ext cx="460185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Telephone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0613D97F-1DE4-AD85-B1A1-022A48BAE0F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38184" y="1548000"/>
            <a:ext cx="460185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DCBBC23-DAC0-91A1-1B44-DF768098FB3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352550" y="2052982"/>
            <a:ext cx="10533063" cy="3896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92523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biography ent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9DBD-1C80-9434-61C2-BF800372A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F4D6F4-7201-D735-D3B3-216FF7908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7F9CC-6282-CDBE-05BD-D05AF463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F1CFB-88CF-58EB-DF8B-2B62A5D2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1704BAE-4588-79BC-83D2-40594032A0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5D577385-0486-30CD-9591-DF5CA8E9F42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6388" y="1260000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1CC4BDD-95AC-F534-49C7-7F39B914F4BB}"/>
              </a:ext>
            </a:extLst>
          </p:cNvPr>
          <p:cNvCxnSpPr>
            <a:cxnSpLocks/>
          </p:cNvCxnSpPr>
          <p:nvPr userDrawn="1"/>
        </p:nvCxnSpPr>
        <p:spPr>
          <a:xfrm>
            <a:off x="1352550" y="1936800"/>
            <a:ext cx="105394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23EC4540-66CE-AE24-3D97-903139C8134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52550" y="1260000"/>
            <a:ext cx="460185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53B156F5-850E-94C4-320A-C11DCDC45C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52550" y="1548000"/>
            <a:ext cx="460185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Job title, location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4B16A0D5-984E-52E5-2799-ADA0965709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38184" y="1260000"/>
            <a:ext cx="460185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Telephone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0613D97F-1DE4-AD85-B1A1-022A48BAE0F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38184" y="1548000"/>
            <a:ext cx="460185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60516244-1DBC-D2C0-E79A-2036911E6A1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06388" y="3429000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1D6DF6-094C-A16E-2F7A-A1C6CB8F41F2}"/>
              </a:ext>
            </a:extLst>
          </p:cNvPr>
          <p:cNvCxnSpPr>
            <a:cxnSpLocks/>
          </p:cNvCxnSpPr>
          <p:nvPr userDrawn="1"/>
        </p:nvCxnSpPr>
        <p:spPr>
          <a:xfrm>
            <a:off x="1352550" y="4093610"/>
            <a:ext cx="105394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CB2B9431-F5DF-5DA9-8F28-87EA404B455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52550" y="3429000"/>
            <a:ext cx="460185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53D504FF-41D7-B6F6-EFCE-1116741BC39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52550" y="3714750"/>
            <a:ext cx="460185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Job title, location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766077F0-210D-1948-4394-89AFAA99C63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38184" y="3429000"/>
            <a:ext cx="460185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Telephone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04BC109F-D899-2BA8-FAF6-5B336578446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38184" y="3714750"/>
            <a:ext cx="460185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8" name="Text Placeholder 24">
            <a:extLst>
              <a:ext uri="{FF2B5EF4-FFF2-40B4-BE49-F238E27FC236}">
                <a16:creationId xmlns:a16="http://schemas.microsoft.com/office/drawing/2014/main" id="{60BBA0CC-565F-00AD-0199-A9F5D1822FD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352550" y="2051999"/>
            <a:ext cx="10533063" cy="118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66EC383C-ED58-904B-F5C3-4F1400A59B4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352550" y="4217985"/>
            <a:ext cx="10533063" cy="118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525920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ed list 1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AFEC-8737-007E-D1B3-D068822327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482909-DC96-0DF9-73E2-5455A6988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2E630-D2C1-4150-01CF-4E926092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437FA-CCB6-519F-B498-327CB1E8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EFAA178C-2370-23EB-A3DB-5D6550D987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0B25028-743B-B24C-5195-C53613817F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388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/>
              <a:t>1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DBDBDFB-B313-DE0C-369A-35587F2563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388" y="2260888"/>
            <a:ext cx="316865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649F75F-0960-5492-7258-E7FE8A55DC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76675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/>
              <a:t>2</a:t>
            </a:r>
            <a:endParaRPr lang="en-GB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ABE1E9B-1459-2F2F-5C96-E736FE6D3C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46675" y="2260888"/>
            <a:ext cx="316865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7C1BBF3-E26F-49A4-6289-785814A8E5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46962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/>
              <a:t>3</a:t>
            </a:r>
            <a:endParaRPr lang="en-GB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89845BA4-2F30-CA38-85C5-A7B4C15152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16962" y="2260888"/>
            <a:ext cx="316865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45F984E0-3C52-FFDB-29D4-E7DEB2EC1F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0DF0C5E-709A-1BB3-74E1-23EB36383A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263" y="2614613"/>
            <a:ext cx="316865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0B34255-BA60-D0F3-01B2-7B05D265DE0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46675" y="2614613"/>
            <a:ext cx="316865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7E0DA2C-36AC-BCED-5B60-2571A9D79FB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716962" y="2614613"/>
            <a:ext cx="316865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48B4AF-A790-625F-68C9-574E05D20574}"/>
              </a:ext>
            </a:extLst>
          </p:cNvPr>
          <p:cNvSpPr txBox="1"/>
          <p:nvPr userDrawn="1"/>
        </p:nvSpPr>
        <p:spPr>
          <a:xfrm>
            <a:off x="-1828800" y="2827381"/>
            <a:ext cx="16940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HINWEIS: Passen Sie die vertikalen Trennlinien an die Höhe Ihres Textinhalts an (achten Sie darauf, dass sie alle eine einheitliche Höhe haben).</a:t>
            </a:r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3136763679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ed list 1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AFEC-8737-007E-D1B3-D068822327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482909-DC96-0DF9-73E2-5455A6988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2E630-D2C1-4150-01CF-4E926092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437FA-CCB6-519F-B498-327CB1E8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EFAA178C-2370-23EB-A3DB-5D6550D987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0B25028-743B-B24C-5195-C53613817F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388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/>
              <a:t>1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DBDBDFB-B313-DE0C-369A-35587F2563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388" y="2260888"/>
            <a:ext cx="216000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649F75F-0960-5492-7258-E7FE8A55DC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8495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/>
              <a:t>2</a:t>
            </a:r>
            <a:endParaRPr lang="en-GB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ABE1E9B-1459-2F2F-5C96-E736FE6D3C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28495" y="2260888"/>
            <a:ext cx="216000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7C1BBF3-E26F-49A4-6289-785814A8E5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04957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/>
              <a:t>3</a:t>
            </a:r>
            <a:endParaRPr lang="en-GB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89845BA4-2F30-CA38-85C5-A7B4C15152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74957" y="2260888"/>
            <a:ext cx="216000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45F984E0-3C52-FFDB-29D4-E7DEB2EC1F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0DF0C5E-709A-1BB3-74E1-23EB36383A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263" y="2614613"/>
            <a:ext cx="216000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0B34255-BA60-D0F3-01B2-7B05D265DE0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628495" y="2614613"/>
            <a:ext cx="216000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7E0DA2C-36AC-BCED-5B60-2571A9D79FB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0727" y="2614613"/>
            <a:ext cx="216000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E74ED91-6808-A1BF-4CBF-6BC9BA66F8B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62960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GB"/>
              <a:t>4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BD0D9DB-F289-9386-5914-D76789371C2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732960" y="2260888"/>
            <a:ext cx="216000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87EEBF8A-F558-AE22-D4E6-B5D5CDBB40A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732960" y="2614613"/>
            <a:ext cx="216000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A6C2DE-B1DA-6ED2-65F3-D7B4F2F7B083}"/>
              </a:ext>
            </a:extLst>
          </p:cNvPr>
          <p:cNvSpPr txBox="1"/>
          <p:nvPr userDrawn="1"/>
        </p:nvSpPr>
        <p:spPr>
          <a:xfrm>
            <a:off x="-1828800" y="2827381"/>
            <a:ext cx="16940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HINWEIS: Passen Sie die vertikalen Trennlinien an die Höhe Ihres Textinhalts an (achten Sie darauf, dass sie alle eine einheitliche Höhe haben).</a:t>
            </a:r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1783271154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ed list 1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AFEC-8737-007E-D1B3-D068822327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397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482909-DC96-0DF9-73E2-5455A6988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2E630-D2C1-4150-01CF-4E926092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437FA-CCB6-519F-B498-327CB1E8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EFAA178C-2370-23EB-A3DB-5D6550D987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0B25028-743B-B24C-5195-C53613817F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388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/>
              <a:t>1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DBDBDFB-B313-DE0C-369A-35587F2563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388" y="2260888"/>
            <a:ext cx="162000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649F75F-0960-5492-7258-E7FE8A55DC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28600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/>
              <a:t>2</a:t>
            </a:r>
            <a:endParaRPr lang="en-GB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ABE1E9B-1459-2F2F-5C96-E736FE6D3C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98600" y="2260888"/>
            <a:ext cx="162000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7C1BBF3-E26F-49A4-6289-785814A8E5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5139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/>
              <a:t>3</a:t>
            </a:r>
            <a:endParaRPr lang="en-GB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89845BA4-2F30-CA38-85C5-A7B4C15152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25139" y="2260888"/>
            <a:ext cx="162000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45F984E0-3C52-FFDB-29D4-E7DEB2EC1F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0DF0C5E-709A-1BB3-74E1-23EB36383A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263" y="2614613"/>
            <a:ext cx="162000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0B34255-BA60-D0F3-01B2-7B05D265DE0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98600" y="2614613"/>
            <a:ext cx="162000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7E0DA2C-36AC-BCED-5B60-2571A9D79FB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20937" y="2614613"/>
            <a:ext cx="162000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E74ED91-6808-A1BF-4CBF-6BC9BA66F8B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69073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GB"/>
              <a:t>4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BD0D9DB-F289-9386-5914-D76789371C2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839073" y="2260888"/>
            <a:ext cx="162000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87EEBF8A-F558-AE22-D4E6-B5D5CDBB40A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843274" y="2614613"/>
            <a:ext cx="162000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E1143B7-8C08-7715-B222-285F3D1124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995612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GB"/>
              <a:t>5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896973EE-B874-C807-05A2-E788AB572CD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0265612" y="2260888"/>
            <a:ext cx="162000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E75EA8CC-4B36-0979-00D7-D98C0378C33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0265612" y="2614613"/>
            <a:ext cx="162000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398626-6D16-799D-FDFC-F0CE622468F8}"/>
              </a:ext>
            </a:extLst>
          </p:cNvPr>
          <p:cNvSpPr txBox="1"/>
          <p:nvPr userDrawn="1"/>
        </p:nvSpPr>
        <p:spPr>
          <a:xfrm>
            <a:off x="-1828800" y="2827381"/>
            <a:ext cx="16940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HINWEIS: Passen Sie die vertikalen Trennlinien an die Höhe Ihres Textinhalts an (achten Sie darauf, dass sie alle eine einheitliche Höhe haben).</a:t>
            </a:r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3801630789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ed list 1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AFEC-8737-007E-D1B3-D068822327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482909-DC96-0DF9-73E2-5455A6988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2E630-D2C1-4150-01CF-4E926092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437FA-CCB6-519F-B498-327CB1E8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EFAA178C-2370-23EB-A3DB-5D6550D987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0B25028-743B-B24C-5195-C53613817F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388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/>
              <a:t>1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DBDBDFB-B313-DE0C-369A-35587F2563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388" y="2260888"/>
            <a:ext cx="126000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649F75F-0960-5492-7258-E7FE8A55DC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17403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/>
              <a:t>2</a:t>
            </a:r>
            <a:endParaRPr lang="en-GB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ABE1E9B-1459-2F2F-5C96-E736FE6D3C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87403" y="2260888"/>
            <a:ext cx="126000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7C1BBF3-E26F-49A4-6289-785814A8E5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28418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/>
              <a:t>3</a:t>
            </a:r>
            <a:endParaRPr lang="en-GB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89845BA4-2F30-CA38-85C5-A7B4C15152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98418" y="2260888"/>
            <a:ext cx="126000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45F984E0-3C52-FFDB-29D4-E7DEB2EC1F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0DF0C5E-709A-1BB3-74E1-23EB36383A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263" y="2686050"/>
            <a:ext cx="1260000" cy="2076450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0B34255-BA60-D0F3-01B2-7B05D265DE0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87403" y="2686050"/>
            <a:ext cx="1260000" cy="2076450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7E0DA2C-36AC-BCED-5B60-2571A9D79FB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98543" y="2686050"/>
            <a:ext cx="1260000" cy="2076450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E74ED91-6808-A1BF-4CBF-6BC9BA66F8B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3584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GB"/>
              <a:t>4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BD0D9DB-F289-9386-5914-D76789371C2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03584" y="2260888"/>
            <a:ext cx="126000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87EEBF8A-F558-AE22-D4E6-B5D5CDBB40A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09683" y="2686050"/>
            <a:ext cx="1260000" cy="2076450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E1143B7-8C08-7715-B222-285F3D1124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56797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GB"/>
              <a:t>5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896973EE-B874-C807-05A2-E788AB572CD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26797" y="2260888"/>
            <a:ext cx="126000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E75EA8CC-4B36-0979-00D7-D98C0378C33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620823" y="2686050"/>
            <a:ext cx="1260000" cy="2076450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C673BB7-7B43-2C1F-84B3-272213CC24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61963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GB"/>
              <a:t>6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755F8E3E-B001-1EC8-73CC-A173445AAA3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631963" y="2260888"/>
            <a:ext cx="126000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EBF24D4C-088E-4310-4B09-349A011906D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631963" y="2686050"/>
            <a:ext cx="1260000" cy="2076450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9E6584-10DA-3C23-5CE2-E401678B8E96}"/>
              </a:ext>
            </a:extLst>
          </p:cNvPr>
          <p:cNvSpPr txBox="1"/>
          <p:nvPr userDrawn="1"/>
        </p:nvSpPr>
        <p:spPr>
          <a:xfrm>
            <a:off x="-1828800" y="2827381"/>
            <a:ext cx="16940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HINWEIS: Passen Sie die vertikalen Trennlinien an die Höhe Ihres Textinhalts an (achten Sie darauf, dass sie alle eine einheitliche Höhe haben).</a:t>
            </a:r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68706476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ordered list 1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67DD8-F736-58AC-CD94-5C03CAD1D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ED096A-3E52-A993-CD98-5B54B3FE5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C3C46-FE1C-5B55-8736-D92A29240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B59ED7-6301-6253-D233-C58E8C6A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B0C025B-1475-5461-482F-DCD9102FEA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E8C31F6-7356-9E5D-935E-F91149CAB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6796A467-69E9-9658-B939-2DA9824545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2739" y="2282973"/>
            <a:ext cx="316865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267F397-CAB1-ACFA-DD29-6917F56906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53026" y="2282973"/>
            <a:ext cx="316865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C4182BE-16AC-FE8D-6046-2D319B0466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3313" y="2282973"/>
            <a:ext cx="316865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20C278E9-305D-9CC3-2C55-D591D89A13F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2614" y="2614613"/>
            <a:ext cx="316865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96AFF61-1756-32E6-DB00-2475E0F2248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53026" y="2614613"/>
            <a:ext cx="316865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5B875B18-3A04-B000-C2D6-0E6AE0B97C6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723313" y="2614613"/>
            <a:ext cx="316865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51F6D0-3D4A-F281-6203-F010C801ADF5}"/>
              </a:ext>
            </a:extLst>
          </p:cNvPr>
          <p:cNvSpPr txBox="1"/>
          <p:nvPr userDrawn="1"/>
        </p:nvSpPr>
        <p:spPr>
          <a:xfrm>
            <a:off x="-1828800" y="2827381"/>
            <a:ext cx="16940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HINWEIS: Passen Sie die vertikalen Trennlinien an die Höhe Ihres Textinhalts an (achten Sie darauf, dass sie alle eine einheitliche Höhe haben).</a:t>
            </a:r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3989526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ordered list 1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67DD8-F736-58AC-CD94-5C03CAD1D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ED096A-3E52-A993-CD98-5B54B3FE5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C3C46-FE1C-5B55-8736-D92A29240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B59ED7-6301-6253-D233-C58E8C6A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B0C025B-1475-5461-482F-DCD9102FEA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E8C31F6-7356-9E5D-935E-F91149CAB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6796A467-69E9-9658-B939-2DA9824545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92207" y="2282973"/>
            <a:ext cx="252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267F397-CAB1-ACFA-DD29-6917F56906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52126" y="2282973"/>
            <a:ext cx="252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C4182BE-16AC-FE8D-6046-2D319B0466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2045" y="2282973"/>
            <a:ext cx="252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20C278E9-305D-9CC3-2C55-D591D89A13F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92082" y="2614613"/>
            <a:ext cx="252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96AFF61-1756-32E6-DB00-2475E0F2248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52042" y="2614613"/>
            <a:ext cx="252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5B875B18-3A04-B000-C2D6-0E6AE0B97C6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12002" y="2614613"/>
            <a:ext cx="252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28BBD533-3575-CCFB-E71B-47CDA356796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371963" y="2282973"/>
            <a:ext cx="252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0A1E506D-D061-96CB-507A-484BC5A4012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71963" y="2614613"/>
            <a:ext cx="252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A0B512-6ED9-5922-BA60-BD3002855A93}"/>
              </a:ext>
            </a:extLst>
          </p:cNvPr>
          <p:cNvSpPr txBox="1"/>
          <p:nvPr userDrawn="1"/>
        </p:nvSpPr>
        <p:spPr>
          <a:xfrm>
            <a:off x="-1828800" y="2827381"/>
            <a:ext cx="16940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HINWEIS: Passen Sie die vertikalen Trennlinien an die Höhe Ihres Textinhalts an (achten Sie darauf, dass sie alle eine einheitliche Höhe haben).</a:t>
            </a:r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834806024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ordered list 1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67DD8-F736-58AC-CD94-5C03CAD1D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ED096A-3E52-A993-CD98-5B54B3FE5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C3C46-FE1C-5B55-8736-D92A29240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B59ED7-6301-6253-D233-C58E8C6A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B0C025B-1475-5461-482F-DCD9102FEA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E8C31F6-7356-9E5D-935E-F91149CAB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6796A467-69E9-9658-B939-2DA9824545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6000" y="2282973"/>
            <a:ext cx="1980122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267F397-CAB1-ACFA-DD29-6917F56906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41171" y="2282973"/>
            <a:ext cx="198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C4182BE-16AC-FE8D-6046-2D319B0466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96220" y="2282973"/>
            <a:ext cx="1978823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20C278E9-305D-9CC3-2C55-D591D89A13F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86000" y="2614613"/>
            <a:ext cx="198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96AFF61-1756-32E6-DB00-2475E0F2248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841171" y="2614613"/>
            <a:ext cx="198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5B875B18-3A04-B000-C2D6-0E6AE0B97C6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97662" y="2614613"/>
            <a:ext cx="198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28BBD533-3575-CCFB-E71B-47CDA356796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550092" y="2282973"/>
            <a:ext cx="1978823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0A1E506D-D061-96CB-507A-484BC5A4012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554153" y="2614613"/>
            <a:ext cx="198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15B29677-BE3B-7470-2545-1CDB378173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903963" y="2282973"/>
            <a:ext cx="1987999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2F79A021-8D89-90CC-C1F3-B0371DBA612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910646" y="2614613"/>
            <a:ext cx="198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726E93-42D8-60A3-0F72-43200D611A10}"/>
              </a:ext>
            </a:extLst>
          </p:cNvPr>
          <p:cNvSpPr txBox="1"/>
          <p:nvPr userDrawn="1"/>
        </p:nvSpPr>
        <p:spPr>
          <a:xfrm>
            <a:off x="-1828800" y="2827381"/>
            <a:ext cx="16940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HINWEIS: Passen Sie die vertikalen Trennlinien an die Höhe Ihres Textinhalts an (achten Sie darauf, dass sie alle eine einheitliche Höhe haben).</a:t>
            </a:r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481483874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ordered list 1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67DD8-F736-58AC-CD94-5C03CAD1D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ED096A-3E52-A993-CD98-5B54B3FE5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C3C46-FE1C-5B55-8736-D92A29240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B59ED7-6301-6253-D233-C58E8C6A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B0C025B-1475-5461-482F-DCD9102FEA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E8C31F6-7356-9E5D-935E-F91149CAB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6796A467-69E9-9658-B939-2DA9824545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6000" y="2282973"/>
            <a:ext cx="162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267F397-CAB1-ACFA-DD29-6917F56906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41729" y="2282973"/>
            <a:ext cx="162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C4182BE-16AC-FE8D-6046-2D319B0466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97458" y="2282973"/>
            <a:ext cx="162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20C278E9-305D-9CC3-2C55-D591D89A13F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86000" y="2614613"/>
            <a:ext cx="162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96AFF61-1756-32E6-DB00-2475E0F2248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443065" y="2614613"/>
            <a:ext cx="162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5B875B18-3A04-B000-C2D6-0E6AE0B97C6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00130" y="2614613"/>
            <a:ext cx="162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28BBD533-3575-CCFB-E71B-47CDA356796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53187" y="2282973"/>
            <a:ext cx="162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0A1E506D-D061-96CB-507A-484BC5A4012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57195" y="2614613"/>
            <a:ext cx="162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15B29677-BE3B-7470-2545-1CDB378173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08916" y="2282973"/>
            <a:ext cx="162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2F79A021-8D89-90CC-C1F3-B0371DBA612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14260" y="2614613"/>
            <a:ext cx="162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D6BACB2F-0DB8-DD63-EA6C-7C37EC4B4A7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0264643" y="2282973"/>
            <a:ext cx="162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383AED7B-9104-4F4D-98AE-4DBE12D1BBD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0271326" y="2614613"/>
            <a:ext cx="162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8B30BC-5605-4035-E48B-463C18BEDEB8}"/>
              </a:ext>
            </a:extLst>
          </p:cNvPr>
          <p:cNvSpPr txBox="1"/>
          <p:nvPr userDrawn="1"/>
        </p:nvSpPr>
        <p:spPr>
          <a:xfrm>
            <a:off x="-1828800" y="2827381"/>
            <a:ext cx="16940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/>
              <a:t>HINWEIS: Passen Sie die vertikalen Trennlinien an die Höhe Ihres Textinhalts an (achten Sie darauf, dass sie alle eine einheitliche Höhe haben).</a:t>
            </a:r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2994551115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DC1CD-2885-55F3-61DF-04B4921832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397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7DCDA2-F04F-EF39-A68F-2FFB8F20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4E165A-D603-F44C-1F49-59254C68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68BC9-AFDB-387B-F5C5-FFDC1EF2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0B4463B-6714-67EC-1362-F20D740D5E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9D7A8C5F-BE9D-1F83-FE56-4A5E6AB608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6434A8A-3238-656F-E766-071DBA37E3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4799" y="2282973"/>
            <a:ext cx="3527875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3137B0F-E471-1AB8-6CBA-9BCDAD5E8A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95349" y="2282973"/>
            <a:ext cx="3527874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5E02E6-314F-A208-BB34-A03F5F310B0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85898" y="2282973"/>
            <a:ext cx="3528126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A15EEF04-EB57-2EFE-BCC8-60BFAE4541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04675" y="2614613"/>
            <a:ext cx="3528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2D62A765-47EA-B167-0BE8-B4756A00F5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195349" y="2614613"/>
            <a:ext cx="3528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D5C994C-A90B-DEE1-D499-BF454BABBDC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86024" y="2614613"/>
            <a:ext cx="3528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758CFD-6353-8E5B-960B-5799F0D9921C}"/>
              </a:ext>
            </a:extLst>
          </p:cNvPr>
          <p:cNvCxnSpPr>
            <a:cxnSpLocks/>
          </p:cNvCxnSpPr>
          <p:nvPr userDrawn="1"/>
        </p:nvCxnSpPr>
        <p:spPr>
          <a:xfrm>
            <a:off x="304675" y="2282973"/>
            <a:ext cx="3528126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DBDB799E-9DE8-9EFD-E9D6-FF4EAC64FC22}"/>
              </a:ext>
            </a:extLst>
          </p:cNvPr>
          <p:cNvSpPr/>
          <p:nvPr userDrawn="1"/>
        </p:nvSpPr>
        <p:spPr>
          <a:xfrm>
            <a:off x="3888912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>
              <a:solidFill>
                <a:schemeClr val="tx1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71FEB51-AFE7-8D09-2DDF-EA55F7B457BE}"/>
              </a:ext>
            </a:extLst>
          </p:cNvPr>
          <p:cNvCxnSpPr>
            <a:cxnSpLocks/>
          </p:cNvCxnSpPr>
          <p:nvPr userDrawn="1"/>
        </p:nvCxnSpPr>
        <p:spPr>
          <a:xfrm>
            <a:off x="4196397" y="2282973"/>
            <a:ext cx="3528126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62FBB4E5-5680-7A1E-A0CE-9B5E67EA5EBD}"/>
              </a:ext>
            </a:extLst>
          </p:cNvPr>
          <p:cNvSpPr/>
          <p:nvPr userDrawn="1"/>
        </p:nvSpPr>
        <p:spPr>
          <a:xfrm>
            <a:off x="7780634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>
              <a:solidFill>
                <a:schemeClr val="tx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4F97134-2CAF-FE5A-4E3B-79DD92C4E68E}"/>
              </a:ext>
            </a:extLst>
          </p:cNvPr>
          <p:cNvCxnSpPr>
            <a:cxnSpLocks/>
          </p:cNvCxnSpPr>
          <p:nvPr userDrawn="1"/>
        </p:nvCxnSpPr>
        <p:spPr>
          <a:xfrm>
            <a:off x="8088119" y="2282973"/>
            <a:ext cx="3528126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1CF0A13A-31A4-FF89-6DE7-027605D20B96}"/>
              </a:ext>
            </a:extLst>
          </p:cNvPr>
          <p:cNvSpPr/>
          <p:nvPr userDrawn="1"/>
        </p:nvSpPr>
        <p:spPr>
          <a:xfrm>
            <a:off x="11672356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508253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DC1CD-2885-55F3-61DF-04B4921832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397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7DCDA2-F04F-EF39-A68F-2FFB8F20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4E165A-D603-F44C-1F49-59254C68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68BC9-AFDB-387B-F5C5-FFDC1EF2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0B4463B-6714-67EC-1362-F20D740D5E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9D7A8C5F-BE9D-1F83-FE56-4A5E6AB608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6434A8A-3238-656F-E766-071DBA37E3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4799" y="2282973"/>
            <a:ext cx="2556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3137B0F-E471-1AB8-6CBA-9BCDAD5E8A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11156" y="2282973"/>
            <a:ext cx="2556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5E02E6-314F-A208-BB34-A03F5F310B0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17637" y="2282973"/>
            <a:ext cx="2556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A15EEF04-EB57-2EFE-BCC8-60BFAE4541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04675" y="2614613"/>
            <a:ext cx="2556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2D62A765-47EA-B167-0BE8-B4756A00F5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11156" y="2614613"/>
            <a:ext cx="2556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D5C994C-A90B-DEE1-D499-BF454BABBDC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17637" y="2614613"/>
            <a:ext cx="2556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758CFD-6353-8E5B-960B-5799F0D9921C}"/>
              </a:ext>
            </a:extLst>
          </p:cNvPr>
          <p:cNvCxnSpPr>
            <a:cxnSpLocks/>
          </p:cNvCxnSpPr>
          <p:nvPr userDrawn="1"/>
        </p:nvCxnSpPr>
        <p:spPr>
          <a:xfrm>
            <a:off x="304675" y="2282973"/>
            <a:ext cx="2556124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DBDB799E-9DE8-9EFD-E9D6-FF4EAC64FC22}"/>
              </a:ext>
            </a:extLst>
          </p:cNvPr>
          <p:cNvSpPr/>
          <p:nvPr userDrawn="1"/>
        </p:nvSpPr>
        <p:spPr>
          <a:xfrm>
            <a:off x="2916910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F459F560-10CA-9159-63B5-9571F8F2CD8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24117" y="2282973"/>
            <a:ext cx="2556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D1CE8918-CB52-FC8D-0667-5DD4C290489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24119" y="2614613"/>
            <a:ext cx="2556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93B61CA-A7BE-8A3E-D9AC-F654B9B38698}"/>
              </a:ext>
            </a:extLst>
          </p:cNvPr>
          <p:cNvCxnSpPr>
            <a:cxnSpLocks/>
          </p:cNvCxnSpPr>
          <p:nvPr userDrawn="1"/>
        </p:nvCxnSpPr>
        <p:spPr>
          <a:xfrm>
            <a:off x="3221565" y="2282973"/>
            <a:ext cx="2556124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A8B2014E-675C-8EB9-B5B5-BD95FAFE19E6}"/>
              </a:ext>
            </a:extLst>
          </p:cNvPr>
          <p:cNvSpPr/>
          <p:nvPr userDrawn="1"/>
        </p:nvSpPr>
        <p:spPr>
          <a:xfrm>
            <a:off x="5833800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A0D4E54-4CD3-D526-DEED-81769F41304D}"/>
              </a:ext>
            </a:extLst>
          </p:cNvPr>
          <p:cNvCxnSpPr>
            <a:cxnSpLocks/>
          </p:cNvCxnSpPr>
          <p:nvPr userDrawn="1"/>
        </p:nvCxnSpPr>
        <p:spPr>
          <a:xfrm>
            <a:off x="6117513" y="2282973"/>
            <a:ext cx="2556124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8E6AA380-E662-A92F-D609-F474C925FADA}"/>
              </a:ext>
            </a:extLst>
          </p:cNvPr>
          <p:cNvSpPr/>
          <p:nvPr userDrawn="1"/>
        </p:nvSpPr>
        <p:spPr>
          <a:xfrm>
            <a:off x="8729748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5163727-FD74-E51F-D285-A4FDEAB2E16E}"/>
              </a:ext>
            </a:extLst>
          </p:cNvPr>
          <p:cNvCxnSpPr>
            <a:cxnSpLocks/>
          </p:cNvCxnSpPr>
          <p:nvPr userDrawn="1"/>
        </p:nvCxnSpPr>
        <p:spPr>
          <a:xfrm>
            <a:off x="9024117" y="2282973"/>
            <a:ext cx="2556124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AACA7782-B627-5E5D-977C-78713F8554CD}"/>
              </a:ext>
            </a:extLst>
          </p:cNvPr>
          <p:cNvSpPr/>
          <p:nvPr userDrawn="1"/>
        </p:nvSpPr>
        <p:spPr>
          <a:xfrm>
            <a:off x="11636352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117037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DC1CD-2885-55F3-61DF-04B4921832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397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7DCDA2-F04F-EF39-A68F-2FFB8F20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4E165A-D603-F44C-1F49-59254C68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68BC9-AFDB-387B-F5C5-FFDC1EF2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0B4463B-6714-67EC-1362-F20D740D5E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9D7A8C5F-BE9D-1F83-FE56-4A5E6AB608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6434A8A-3238-656F-E766-071DBA37E3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4799" y="2282973"/>
            <a:ext cx="198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3137B0F-E471-1AB8-6CBA-9BCDAD5E8A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28628" y="2282973"/>
            <a:ext cx="198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5E02E6-314F-A208-BB34-A03F5F310B0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52457" y="2282973"/>
            <a:ext cx="198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A15EEF04-EB57-2EFE-BCC8-60BFAE4541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04675" y="2614613"/>
            <a:ext cx="198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2D62A765-47EA-B167-0BE8-B4756A00F5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628535" y="2614613"/>
            <a:ext cx="198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D5C994C-A90B-DEE1-D499-BF454BABBDC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52395" y="2614613"/>
            <a:ext cx="198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758CFD-6353-8E5B-960B-5799F0D9921C}"/>
              </a:ext>
            </a:extLst>
          </p:cNvPr>
          <p:cNvCxnSpPr>
            <a:cxnSpLocks/>
          </p:cNvCxnSpPr>
          <p:nvPr userDrawn="1"/>
        </p:nvCxnSpPr>
        <p:spPr>
          <a:xfrm>
            <a:off x="304800" y="2282973"/>
            <a:ext cx="1987207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DBDB799E-9DE8-9EFD-E9D6-FF4EAC64FC22}"/>
              </a:ext>
            </a:extLst>
          </p:cNvPr>
          <p:cNvSpPr/>
          <p:nvPr userDrawn="1"/>
        </p:nvSpPr>
        <p:spPr>
          <a:xfrm>
            <a:off x="2348118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F459F560-10CA-9159-63B5-9571F8F2CD8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276286" y="2282973"/>
            <a:ext cx="198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D1CE8918-CB52-FC8D-0667-5DD4C290489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276255" y="2614613"/>
            <a:ext cx="198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E0300071-C10F-73DE-516F-3A997209D34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600115" y="2282973"/>
            <a:ext cx="198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DAD04CC-D508-F0AA-6E8C-45D588BE7E4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600117" y="2614613"/>
            <a:ext cx="198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4AD16E6-DFB2-3260-E7C2-D0F51629D8A7}"/>
              </a:ext>
            </a:extLst>
          </p:cNvPr>
          <p:cNvCxnSpPr>
            <a:cxnSpLocks/>
          </p:cNvCxnSpPr>
          <p:nvPr userDrawn="1"/>
        </p:nvCxnSpPr>
        <p:spPr>
          <a:xfrm>
            <a:off x="2628629" y="2282973"/>
            <a:ext cx="1987207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3DACABFD-232F-18BC-919F-CAD8A133DCDE}"/>
              </a:ext>
            </a:extLst>
          </p:cNvPr>
          <p:cNvSpPr/>
          <p:nvPr userDrawn="1"/>
        </p:nvSpPr>
        <p:spPr>
          <a:xfrm>
            <a:off x="4671947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FEA3E50-1AFA-3BF7-A87F-151906E60032}"/>
              </a:ext>
            </a:extLst>
          </p:cNvPr>
          <p:cNvCxnSpPr>
            <a:cxnSpLocks/>
          </p:cNvCxnSpPr>
          <p:nvPr userDrawn="1"/>
        </p:nvCxnSpPr>
        <p:spPr>
          <a:xfrm>
            <a:off x="4952395" y="2282973"/>
            <a:ext cx="1987207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95E84197-6880-09C2-1E08-4B7A842980F1}"/>
              </a:ext>
            </a:extLst>
          </p:cNvPr>
          <p:cNvSpPr/>
          <p:nvPr userDrawn="1"/>
        </p:nvSpPr>
        <p:spPr>
          <a:xfrm>
            <a:off x="6995713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BA4F882-E214-37A5-1366-A11A8B3C2119}"/>
              </a:ext>
            </a:extLst>
          </p:cNvPr>
          <p:cNvCxnSpPr>
            <a:cxnSpLocks/>
          </p:cNvCxnSpPr>
          <p:nvPr userDrawn="1"/>
        </p:nvCxnSpPr>
        <p:spPr>
          <a:xfrm>
            <a:off x="7276161" y="2282973"/>
            <a:ext cx="1987207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7A04A431-73CA-32DE-D035-406F2582A75A}"/>
              </a:ext>
            </a:extLst>
          </p:cNvPr>
          <p:cNvSpPr/>
          <p:nvPr userDrawn="1"/>
        </p:nvSpPr>
        <p:spPr>
          <a:xfrm>
            <a:off x="9319479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E570E91-ABB2-A812-B684-C45EB139B97D}"/>
              </a:ext>
            </a:extLst>
          </p:cNvPr>
          <p:cNvCxnSpPr>
            <a:cxnSpLocks/>
          </p:cNvCxnSpPr>
          <p:nvPr userDrawn="1"/>
        </p:nvCxnSpPr>
        <p:spPr>
          <a:xfrm>
            <a:off x="9599927" y="2282973"/>
            <a:ext cx="1987207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1AF30669-A2A4-2FDE-F80A-35E06EF01380}"/>
              </a:ext>
            </a:extLst>
          </p:cNvPr>
          <p:cNvSpPr/>
          <p:nvPr userDrawn="1"/>
        </p:nvSpPr>
        <p:spPr>
          <a:xfrm>
            <a:off x="11643245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044538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DC1CD-2885-55F3-61DF-04B4921832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397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err="1"/>
              <a:t>Titel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7DCDA2-F04F-EF39-A68F-2FFB8F20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4E165A-D603-F44C-1F49-59254C68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68BC9-AFDB-387B-F5C5-FFDC1EF2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0B4463B-6714-67EC-1362-F20D740D5E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err="1"/>
              <a:t>Untertitel</a:t>
            </a:r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9D7A8C5F-BE9D-1F83-FE56-4A5E6AB608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6434A8A-3238-656F-E766-071DBA37E3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4799" y="2282973"/>
            <a:ext cx="1620000" cy="270000"/>
          </a:xfrm>
        </p:spPr>
        <p:txBody>
          <a:bodyPr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3137B0F-E471-1AB8-6CBA-9BCDAD5E8A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237266" y="2282973"/>
            <a:ext cx="1620000" cy="2700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b="1" i="0" dirty="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5E02E6-314F-A208-BB34-A03F5F310B0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69733" y="2282973"/>
            <a:ext cx="1620000" cy="270000"/>
          </a:xfrm>
        </p:spPr>
        <p:txBody>
          <a:bodyPr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A15EEF04-EB57-2EFE-BCC8-60BFAE4541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04675" y="2667000"/>
            <a:ext cx="1620000" cy="2095500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2D62A765-47EA-B167-0BE8-B4756A00F5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237167" y="2667000"/>
            <a:ext cx="1620000" cy="2095500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D5C994C-A90B-DEE1-D499-BF454BABBDC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169659" y="2667000"/>
            <a:ext cx="1620000" cy="2095500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758CFD-6353-8E5B-960B-5799F0D9921C}"/>
              </a:ext>
            </a:extLst>
          </p:cNvPr>
          <p:cNvCxnSpPr>
            <a:cxnSpLocks/>
          </p:cNvCxnSpPr>
          <p:nvPr userDrawn="1"/>
        </p:nvCxnSpPr>
        <p:spPr>
          <a:xfrm>
            <a:off x="304675" y="2282973"/>
            <a:ext cx="1620000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DBDB799E-9DE8-9EFD-E9D6-FF4EAC64FC22}"/>
              </a:ext>
            </a:extLst>
          </p:cNvPr>
          <p:cNvSpPr/>
          <p:nvPr userDrawn="1"/>
        </p:nvSpPr>
        <p:spPr>
          <a:xfrm>
            <a:off x="1980786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F459F560-10CA-9159-63B5-9571F8F2CD8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02200" y="2282973"/>
            <a:ext cx="1620000" cy="270000"/>
          </a:xfrm>
        </p:spPr>
        <p:txBody>
          <a:bodyPr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D1CE8918-CB52-FC8D-0667-5DD4C290489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02151" y="2667000"/>
            <a:ext cx="1620000" cy="2095500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E0300071-C10F-73DE-516F-3A997209D34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34667" y="2282973"/>
            <a:ext cx="1620000" cy="270000"/>
          </a:xfrm>
        </p:spPr>
        <p:txBody>
          <a:bodyPr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DAD04CC-D508-F0AA-6E8C-45D588BE7E4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034643" y="2667000"/>
            <a:ext cx="1620000" cy="2095500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7F5921D6-64BE-2161-A143-2DD17980F61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967132" y="2282973"/>
            <a:ext cx="1620000" cy="270000"/>
          </a:xfrm>
        </p:spPr>
        <p:txBody>
          <a:bodyPr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24C0D168-202E-E51B-E59E-8C97350E178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967134" y="2667000"/>
            <a:ext cx="1620000" cy="2095500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37B2904-10A6-C3A5-8D83-683C63BB01AF}"/>
              </a:ext>
            </a:extLst>
          </p:cNvPr>
          <p:cNvCxnSpPr>
            <a:cxnSpLocks/>
          </p:cNvCxnSpPr>
          <p:nvPr userDrawn="1"/>
        </p:nvCxnSpPr>
        <p:spPr>
          <a:xfrm>
            <a:off x="2240911" y="2282973"/>
            <a:ext cx="1620000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A47832D4-502D-A508-2B20-B5B27FE51634}"/>
              </a:ext>
            </a:extLst>
          </p:cNvPr>
          <p:cNvSpPr/>
          <p:nvPr userDrawn="1"/>
        </p:nvSpPr>
        <p:spPr>
          <a:xfrm>
            <a:off x="3917022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BD95FB1-1C25-533D-3CF4-8A51280DDBD0}"/>
              </a:ext>
            </a:extLst>
          </p:cNvPr>
          <p:cNvCxnSpPr>
            <a:cxnSpLocks/>
          </p:cNvCxnSpPr>
          <p:nvPr userDrawn="1"/>
        </p:nvCxnSpPr>
        <p:spPr>
          <a:xfrm>
            <a:off x="4169659" y="2282973"/>
            <a:ext cx="1620000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9D606AD1-4414-16B1-1215-97D7AFA56C9F}"/>
              </a:ext>
            </a:extLst>
          </p:cNvPr>
          <p:cNvSpPr/>
          <p:nvPr userDrawn="1"/>
        </p:nvSpPr>
        <p:spPr>
          <a:xfrm>
            <a:off x="5845770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5863BC1-2263-E713-9FF3-2640450DEF28}"/>
              </a:ext>
            </a:extLst>
          </p:cNvPr>
          <p:cNvCxnSpPr>
            <a:cxnSpLocks/>
          </p:cNvCxnSpPr>
          <p:nvPr userDrawn="1"/>
        </p:nvCxnSpPr>
        <p:spPr>
          <a:xfrm>
            <a:off x="6110598" y="2282973"/>
            <a:ext cx="1620000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Chevron 40">
            <a:extLst>
              <a:ext uri="{FF2B5EF4-FFF2-40B4-BE49-F238E27FC236}">
                <a16:creationId xmlns:a16="http://schemas.microsoft.com/office/drawing/2014/main" id="{6379909B-399A-153E-493D-37296869A7F0}"/>
              </a:ext>
            </a:extLst>
          </p:cNvPr>
          <p:cNvSpPr/>
          <p:nvPr userDrawn="1"/>
        </p:nvSpPr>
        <p:spPr>
          <a:xfrm>
            <a:off x="7786709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F6449C8-F3AF-7E2E-BAA8-72A82AE89478}"/>
              </a:ext>
            </a:extLst>
          </p:cNvPr>
          <p:cNvCxnSpPr>
            <a:cxnSpLocks/>
          </p:cNvCxnSpPr>
          <p:nvPr userDrawn="1"/>
        </p:nvCxnSpPr>
        <p:spPr>
          <a:xfrm>
            <a:off x="8034643" y="2282973"/>
            <a:ext cx="1620000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Arrow: Chevron 42">
            <a:extLst>
              <a:ext uri="{FF2B5EF4-FFF2-40B4-BE49-F238E27FC236}">
                <a16:creationId xmlns:a16="http://schemas.microsoft.com/office/drawing/2014/main" id="{87196DB2-5D1E-4430-FA42-A39FC745E121}"/>
              </a:ext>
            </a:extLst>
          </p:cNvPr>
          <p:cNvSpPr/>
          <p:nvPr userDrawn="1"/>
        </p:nvSpPr>
        <p:spPr>
          <a:xfrm>
            <a:off x="9710754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4E529B4-EB17-A0EB-9305-743BF2013A0A}"/>
              </a:ext>
            </a:extLst>
          </p:cNvPr>
          <p:cNvCxnSpPr>
            <a:cxnSpLocks/>
          </p:cNvCxnSpPr>
          <p:nvPr userDrawn="1"/>
        </p:nvCxnSpPr>
        <p:spPr>
          <a:xfrm>
            <a:off x="9971673" y="2282973"/>
            <a:ext cx="1620000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rrow: Chevron 44">
            <a:extLst>
              <a:ext uri="{FF2B5EF4-FFF2-40B4-BE49-F238E27FC236}">
                <a16:creationId xmlns:a16="http://schemas.microsoft.com/office/drawing/2014/main" id="{A892BA53-DD7A-BDD3-32D9-49FC10D5A1CE}"/>
              </a:ext>
            </a:extLst>
          </p:cNvPr>
          <p:cNvSpPr/>
          <p:nvPr userDrawn="1"/>
        </p:nvSpPr>
        <p:spPr>
          <a:xfrm>
            <a:off x="11647784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624530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utro - true blue background (D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D19440D8-36C8-9F20-5BE6-5D024AE51BA0}"/>
              </a:ext>
            </a:extLst>
          </p:cNvPr>
          <p:cNvSpPr txBox="1"/>
          <p:nvPr userDrawn="1"/>
        </p:nvSpPr>
        <p:spPr>
          <a:xfrm>
            <a:off x="304800" y="298800"/>
            <a:ext cx="1061188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 err="1">
                <a:solidFill>
                  <a:schemeClr val="bg1"/>
                </a:solidFill>
              </a:rPr>
              <a:t>Kontakt</a:t>
            </a:r>
            <a:endParaRPr lang="en-GB" sz="240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54649-4A4B-29E4-6982-D75D679FBBB3}"/>
              </a:ext>
            </a:extLst>
          </p:cNvPr>
          <p:cNvSpPr txBox="1"/>
          <p:nvPr userDrawn="1"/>
        </p:nvSpPr>
        <p:spPr>
          <a:xfrm>
            <a:off x="304800" y="1260000"/>
            <a:ext cx="326886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GB" b="1" err="1">
                <a:solidFill>
                  <a:schemeClr val="bg1"/>
                </a:solidFill>
              </a:rPr>
              <a:t>Forvis</a:t>
            </a:r>
            <a:r>
              <a:rPr lang="en-GB" b="1">
                <a:solidFill>
                  <a:schemeClr val="bg1"/>
                </a:solidFill>
              </a:rPr>
              <a:t> Mazars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6B847-F006-2430-42BA-AE0EB44FAF6F}"/>
              </a:ext>
            </a:extLst>
          </p:cNvPr>
          <p:cNvSpPr txBox="1"/>
          <p:nvPr userDrawn="1"/>
        </p:nvSpPr>
        <p:spPr>
          <a:xfrm>
            <a:off x="7360824" y="298800"/>
            <a:ext cx="1496051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Follow us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B71A06-C5AC-A61B-B714-5E5146BBED9C}"/>
              </a:ext>
            </a:extLst>
          </p:cNvPr>
          <p:cNvSpPr txBox="1">
            <a:spLocks/>
          </p:cNvSpPr>
          <p:nvPr userDrawn="1"/>
        </p:nvSpPr>
        <p:spPr>
          <a:xfrm>
            <a:off x="304799" y="5585255"/>
            <a:ext cx="3268869" cy="270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noProof="0">
                <a:solidFill>
                  <a:schemeClr val="bg1"/>
                </a:solidFill>
              </a:rPr>
              <a:t>© Forvis Mazars 2026. All rights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D1770E-09D8-5EDC-812A-CDF8B11F6A14}"/>
              </a:ext>
            </a:extLst>
          </p:cNvPr>
          <p:cNvSpPr txBox="1"/>
          <p:nvPr userDrawn="1"/>
        </p:nvSpPr>
        <p:spPr>
          <a:xfrm>
            <a:off x="7360824" y="1258888"/>
            <a:ext cx="4531139" cy="30777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LinkedIn: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Xing: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Facebook: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Instagram: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endParaRPr lang="en-GB" sz="1400" b="1">
              <a:solidFill>
                <a:schemeClr val="bg1"/>
              </a:solidFill>
            </a:endParaRPr>
          </a:p>
          <a:p>
            <a:r>
              <a:rPr lang="de-DE" sz="1400" b="1">
                <a:solidFill>
                  <a:schemeClr val="bg1"/>
                </a:solidFill>
              </a:rPr>
              <a:t>Weitere Informationen finden Sie unter www.forvismazars.com/de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39DB0C-C503-CAC9-913A-CD5A6F316844}"/>
              </a:ext>
            </a:extLst>
          </p:cNvPr>
          <p:cNvSpPr txBox="1"/>
          <p:nvPr userDrawn="1"/>
        </p:nvSpPr>
        <p:spPr>
          <a:xfrm>
            <a:off x="-6392332" y="30480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Bitte halten Sie sich an folgende Anweisungen, wenn Sie diese Folienvorlage verwenden: </a:t>
            </a:r>
          </a:p>
          <a:p>
            <a:b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</a:b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Sie haben die Möglichkeit, eine andere Farbe für den Hintergrund der Deckblätter, der Trennfolien und der Abschlussfolien aus den folgenden Optionen zu wählen:</a:t>
            </a:r>
          </a:p>
          <a:p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Weiß</a:t>
            </a: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Indigo </a:t>
            </a:r>
            <a:r>
              <a:rPr lang="de-DE" sz="1200" i="1" err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Dye</a:t>
            </a:r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- True Blue oder eine beliebige Farbe aus der "Vision"-Farbpalette </a:t>
            </a: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(siehe Folie 2).</a:t>
            </a:r>
            <a:endParaRPr lang="en-US" sz="120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49368-7952-7B66-89EB-46A8D5394F9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811963" y="6165234"/>
            <a:ext cx="1080000" cy="453765"/>
            <a:chOff x="1721984" y="2257682"/>
            <a:chExt cx="7247953" cy="3045250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C0382378-0C6B-C22A-C959-534F1D858CA6}"/>
                </a:ext>
              </a:extLst>
            </p:cNvPr>
            <p:cNvSpPr/>
            <p:nvPr/>
          </p:nvSpPr>
          <p:spPr>
            <a:xfrm>
              <a:off x="1721984" y="4167798"/>
              <a:ext cx="1948179" cy="1135134"/>
            </a:xfrm>
            <a:custGeom>
              <a:avLst/>
              <a:gdLst>
                <a:gd name="connsiteX0" fmla="*/ 1948179 w 1948179"/>
                <a:gd name="connsiteY0" fmla="*/ 391066 h 1135134"/>
                <a:gd name="connsiteX1" fmla="*/ 1641834 w 1948179"/>
                <a:gd name="connsiteY1" fmla="*/ 0 h 1135134"/>
                <a:gd name="connsiteX2" fmla="*/ 1272508 w 1948179"/>
                <a:gd name="connsiteY2" fmla="*/ 302012 h 1135134"/>
                <a:gd name="connsiteX3" fmla="*/ 1257305 w 1948179"/>
                <a:gd name="connsiteY3" fmla="*/ 302012 h 1135134"/>
                <a:gd name="connsiteX4" fmla="*/ 955329 w 1948179"/>
                <a:gd name="connsiteY4" fmla="*/ 0 h 1135134"/>
                <a:gd name="connsiteX5" fmla="*/ 581633 w 1948179"/>
                <a:gd name="connsiteY5" fmla="*/ 312846 h 1135134"/>
                <a:gd name="connsiteX6" fmla="*/ 566177 w 1948179"/>
                <a:gd name="connsiteY6" fmla="*/ 312846 h 1135134"/>
                <a:gd name="connsiteX7" fmla="*/ 333646 w 1948179"/>
                <a:gd name="connsiteY7" fmla="*/ 28240 h 1135134"/>
                <a:gd name="connsiteX8" fmla="*/ 223972 w 1948179"/>
                <a:gd name="connsiteY8" fmla="*/ 10870 h 1135134"/>
                <a:gd name="connsiteX9" fmla="*/ 0 w 1948179"/>
                <a:gd name="connsiteY9" fmla="*/ 10870 h 1135134"/>
                <a:gd name="connsiteX10" fmla="*/ 0 w 1948179"/>
                <a:gd name="connsiteY10" fmla="*/ 257990 h 1135134"/>
                <a:gd name="connsiteX11" fmla="*/ 283991 w 1948179"/>
                <a:gd name="connsiteY11" fmla="*/ 258099 h 1135134"/>
                <a:gd name="connsiteX12" fmla="*/ 283991 w 1948179"/>
                <a:gd name="connsiteY12" fmla="*/ 1116717 h 1135134"/>
                <a:gd name="connsiteX13" fmla="*/ 585967 w 1948179"/>
                <a:gd name="connsiteY13" fmla="*/ 1116717 h 1135134"/>
                <a:gd name="connsiteX14" fmla="*/ 585967 w 1948179"/>
                <a:gd name="connsiteY14" fmla="*/ 562710 h 1135134"/>
                <a:gd name="connsiteX15" fmla="*/ 597342 w 1948179"/>
                <a:gd name="connsiteY15" fmla="*/ 466506 h 1135134"/>
                <a:gd name="connsiteX16" fmla="*/ 820592 w 1948179"/>
                <a:gd name="connsiteY16" fmla="*/ 254198 h 1135134"/>
                <a:gd name="connsiteX17" fmla="*/ 968330 w 1948179"/>
                <a:gd name="connsiteY17" fmla="*/ 473656 h 1135134"/>
                <a:gd name="connsiteX18" fmla="*/ 968330 w 1948179"/>
                <a:gd name="connsiteY18" fmla="*/ 1116753 h 1135134"/>
                <a:gd name="connsiteX19" fmla="*/ 1270305 w 1948179"/>
                <a:gd name="connsiteY19" fmla="*/ 1116753 h 1135134"/>
                <a:gd name="connsiteX20" fmla="*/ 1270305 w 1948179"/>
                <a:gd name="connsiteY20" fmla="*/ 549710 h 1135134"/>
                <a:gd name="connsiteX21" fmla="*/ 1511467 w 1948179"/>
                <a:gd name="connsiteY21" fmla="*/ 254234 h 1135134"/>
                <a:gd name="connsiteX22" fmla="*/ 1644001 w 1948179"/>
                <a:gd name="connsiteY22" fmla="*/ 473692 h 1135134"/>
                <a:gd name="connsiteX23" fmla="*/ 1644001 w 1948179"/>
                <a:gd name="connsiteY23" fmla="*/ 833231 h 1135134"/>
                <a:gd name="connsiteX24" fmla="*/ 1948179 w 1948179"/>
                <a:gd name="connsiteY24" fmla="*/ 1135135 h 1135134"/>
                <a:gd name="connsiteX25" fmla="*/ 1948179 w 1948179"/>
                <a:gd name="connsiteY25" fmla="*/ 391102 h 113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179" h="1135134">
                  <a:moveTo>
                    <a:pt x="1948179" y="391066"/>
                  </a:moveTo>
                  <a:cubicBezTo>
                    <a:pt x="1948179" y="149904"/>
                    <a:pt x="1852589" y="0"/>
                    <a:pt x="1641834" y="0"/>
                  </a:cubicBezTo>
                  <a:cubicBezTo>
                    <a:pt x="1468023" y="0"/>
                    <a:pt x="1335489" y="108627"/>
                    <a:pt x="1272508" y="302012"/>
                  </a:cubicBezTo>
                  <a:lnTo>
                    <a:pt x="1257305" y="302012"/>
                  </a:lnTo>
                  <a:cubicBezTo>
                    <a:pt x="1239934" y="128201"/>
                    <a:pt x="1142141" y="0"/>
                    <a:pt x="955329" y="0"/>
                  </a:cubicBezTo>
                  <a:cubicBezTo>
                    <a:pt x="768517" y="0"/>
                    <a:pt x="640317" y="115128"/>
                    <a:pt x="581633" y="312846"/>
                  </a:cubicBezTo>
                  <a:lnTo>
                    <a:pt x="566177" y="312846"/>
                  </a:lnTo>
                  <a:cubicBezTo>
                    <a:pt x="527067" y="181539"/>
                    <a:pt x="455238" y="69770"/>
                    <a:pt x="333646" y="28240"/>
                  </a:cubicBezTo>
                  <a:cubicBezTo>
                    <a:pt x="300820" y="17009"/>
                    <a:pt x="264382" y="10870"/>
                    <a:pt x="223972" y="10870"/>
                  </a:cubicBezTo>
                  <a:lnTo>
                    <a:pt x="0" y="10870"/>
                  </a:lnTo>
                  <a:lnTo>
                    <a:pt x="0" y="257990"/>
                  </a:lnTo>
                  <a:lnTo>
                    <a:pt x="283991" y="258099"/>
                  </a:lnTo>
                  <a:lnTo>
                    <a:pt x="283991" y="1116717"/>
                  </a:lnTo>
                  <a:lnTo>
                    <a:pt x="585967" y="1116717"/>
                  </a:lnTo>
                  <a:lnTo>
                    <a:pt x="585967" y="562710"/>
                  </a:lnTo>
                  <a:cubicBezTo>
                    <a:pt x="586725" y="527536"/>
                    <a:pt x="590806" y="495613"/>
                    <a:pt x="597342" y="466506"/>
                  </a:cubicBezTo>
                  <a:cubicBezTo>
                    <a:pt x="629158" y="324727"/>
                    <a:pt x="723268" y="254198"/>
                    <a:pt x="820592" y="254198"/>
                  </a:cubicBezTo>
                  <a:cubicBezTo>
                    <a:pt x="917916" y="254198"/>
                    <a:pt x="968330" y="297642"/>
                    <a:pt x="968330" y="473656"/>
                  </a:cubicBezTo>
                  <a:lnTo>
                    <a:pt x="968330" y="1116753"/>
                  </a:lnTo>
                  <a:lnTo>
                    <a:pt x="1270305" y="1116753"/>
                  </a:lnTo>
                  <a:lnTo>
                    <a:pt x="1270305" y="549710"/>
                  </a:lnTo>
                  <a:cubicBezTo>
                    <a:pt x="1292045" y="330288"/>
                    <a:pt x="1405006" y="254234"/>
                    <a:pt x="1511467" y="254234"/>
                  </a:cubicBezTo>
                  <a:cubicBezTo>
                    <a:pt x="1617927" y="254234"/>
                    <a:pt x="1644001" y="328121"/>
                    <a:pt x="1644001" y="473692"/>
                  </a:cubicBezTo>
                  <a:lnTo>
                    <a:pt x="1644001" y="833231"/>
                  </a:lnTo>
                  <a:cubicBezTo>
                    <a:pt x="1644001" y="1005923"/>
                    <a:pt x="1755662" y="1125384"/>
                    <a:pt x="1948179" y="1135135"/>
                  </a:cubicBezTo>
                  <a:lnTo>
                    <a:pt x="1948179" y="39110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ED0606CB-A78C-FBB2-98EB-A41F9D5796C9}"/>
                </a:ext>
              </a:extLst>
            </p:cNvPr>
            <p:cNvSpPr/>
            <p:nvPr/>
          </p:nvSpPr>
          <p:spPr>
            <a:xfrm>
              <a:off x="5035697" y="4193979"/>
              <a:ext cx="910332" cy="1088477"/>
            </a:xfrm>
            <a:custGeom>
              <a:avLst/>
              <a:gdLst>
                <a:gd name="connsiteX0" fmla="*/ 326785 w 910332"/>
                <a:gd name="connsiteY0" fmla="*/ 851469 h 1088477"/>
                <a:gd name="connsiteX1" fmla="*/ 897296 w 910332"/>
                <a:gd name="connsiteY1" fmla="*/ 235817 h 1088477"/>
                <a:gd name="connsiteX2" fmla="*/ 897296 w 910332"/>
                <a:gd name="connsiteY2" fmla="*/ 5381 h 1088477"/>
                <a:gd name="connsiteX3" fmla="*/ 897296 w 910332"/>
                <a:gd name="connsiteY3" fmla="*/ 5381 h 1088477"/>
                <a:gd name="connsiteX4" fmla="*/ 897296 w 910332"/>
                <a:gd name="connsiteY4" fmla="*/ 0 h 1088477"/>
                <a:gd name="connsiteX5" fmla="*/ 22535 w 910332"/>
                <a:gd name="connsiteY5" fmla="*/ 0 h 1088477"/>
                <a:gd name="connsiteX6" fmla="*/ 22535 w 910332"/>
                <a:gd name="connsiteY6" fmla="*/ 225958 h 1088477"/>
                <a:gd name="connsiteX7" fmla="*/ 600629 w 910332"/>
                <a:gd name="connsiteY7" fmla="*/ 225958 h 1088477"/>
                <a:gd name="connsiteX8" fmla="*/ 0 w 910332"/>
                <a:gd name="connsiteY8" fmla="*/ 868947 h 1088477"/>
                <a:gd name="connsiteX9" fmla="*/ 0 w 910332"/>
                <a:gd name="connsiteY9" fmla="*/ 1088477 h 1088477"/>
                <a:gd name="connsiteX10" fmla="*/ 910333 w 910332"/>
                <a:gd name="connsiteY10" fmla="*/ 1088477 h 1088477"/>
                <a:gd name="connsiteX11" fmla="*/ 910333 w 910332"/>
                <a:gd name="connsiteY11" fmla="*/ 851469 h 1088477"/>
                <a:gd name="connsiteX12" fmla="*/ 326785 w 910332"/>
                <a:gd name="connsiteY12" fmla="*/ 851469 h 10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0332" h="1088477">
                  <a:moveTo>
                    <a:pt x="326785" y="851469"/>
                  </a:moveTo>
                  <a:lnTo>
                    <a:pt x="897296" y="235817"/>
                  </a:lnTo>
                  <a:lnTo>
                    <a:pt x="897296" y="5381"/>
                  </a:lnTo>
                  <a:lnTo>
                    <a:pt x="897296" y="5381"/>
                  </a:lnTo>
                  <a:lnTo>
                    <a:pt x="897296" y="0"/>
                  </a:lnTo>
                  <a:lnTo>
                    <a:pt x="22535" y="0"/>
                  </a:lnTo>
                  <a:lnTo>
                    <a:pt x="22535" y="225958"/>
                  </a:lnTo>
                  <a:lnTo>
                    <a:pt x="600629" y="225958"/>
                  </a:lnTo>
                  <a:lnTo>
                    <a:pt x="0" y="868947"/>
                  </a:lnTo>
                  <a:lnTo>
                    <a:pt x="0" y="1088477"/>
                  </a:lnTo>
                  <a:lnTo>
                    <a:pt x="910333" y="1088477"/>
                  </a:lnTo>
                  <a:lnTo>
                    <a:pt x="910333" y="851469"/>
                  </a:lnTo>
                  <a:lnTo>
                    <a:pt x="326785" y="851469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B1624461-B83F-C97F-CF51-5C0EBAF664DD}"/>
                </a:ext>
              </a:extLst>
            </p:cNvPr>
            <p:cNvSpPr/>
            <p:nvPr/>
          </p:nvSpPr>
          <p:spPr>
            <a:xfrm>
              <a:off x="6099401" y="4169495"/>
              <a:ext cx="1028023" cy="1115344"/>
            </a:xfrm>
            <a:custGeom>
              <a:avLst/>
              <a:gdLst>
                <a:gd name="connsiteX0" fmla="*/ 670832 w 1028023"/>
                <a:gd name="connsiteY0" fmla="*/ 897368 h 1115344"/>
                <a:gd name="connsiteX1" fmla="*/ 328879 w 1028023"/>
                <a:gd name="connsiteY1" fmla="*/ 1115345 h 1115344"/>
                <a:gd name="connsiteX2" fmla="*/ 0 w 1028023"/>
                <a:gd name="connsiteY2" fmla="*/ 836373 h 1115344"/>
                <a:gd name="connsiteX3" fmla="*/ 389874 w 1028023"/>
                <a:gd name="connsiteY3" fmla="*/ 498754 h 1115344"/>
                <a:gd name="connsiteX4" fmla="*/ 668665 w 1028023"/>
                <a:gd name="connsiteY4" fmla="*/ 415984 h 1115344"/>
                <a:gd name="connsiteX5" fmla="*/ 668665 w 1028023"/>
                <a:gd name="connsiteY5" fmla="*/ 392041 h 1115344"/>
                <a:gd name="connsiteX6" fmla="*/ 483515 w 1028023"/>
                <a:gd name="connsiteY6" fmla="*/ 224333 h 1115344"/>
                <a:gd name="connsiteX7" fmla="*/ 235203 w 1028023"/>
                <a:gd name="connsiteY7" fmla="*/ 383338 h 1115344"/>
                <a:gd name="connsiteX8" fmla="*/ 8703 w 1028023"/>
                <a:gd name="connsiteY8" fmla="*/ 261349 h 1115344"/>
                <a:gd name="connsiteX9" fmla="*/ 513994 w 1028023"/>
                <a:gd name="connsiteY9" fmla="*/ 0 h 1115344"/>
                <a:gd name="connsiteX10" fmla="*/ 964863 w 1028023"/>
                <a:gd name="connsiteY10" fmla="*/ 409483 h 1115344"/>
                <a:gd name="connsiteX11" fmla="*/ 964863 w 1028023"/>
                <a:gd name="connsiteY11" fmla="*/ 762342 h 1115344"/>
                <a:gd name="connsiteX12" fmla="*/ 1028024 w 1028023"/>
                <a:gd name="connsiteY12" fmla="*/ 1112528 h 1115344"/>
                <a:gd name="connsiteX13" fmla="*/ 725290 w 1028023"/>
                <a:gd name="connsiteY13" fmla="*/ 1112528 h 1115344"/>
                <a:gd name="connsiteX14" fmla="*/ 670832 w 1028023"/>
                <a:gd name="connsiteY14" fmla="*/ 897404 h 1115344"/>
                <a:gd name="connsiteX15" fmla="*/ 676104 w 1028023"/>
                <a:gd name="connsiteY15" fmla="*/ 711603 h 1115344"/>
                <a:gd name="connsiteX16" fmla="*/ 676104 w 1028023"/>
                <a:gd name="connsiteY16" fmla="*/ 543715 h 1115344"/>
                <a:gd name="connsiteX17" fmla="*/ 676104 w 1028023"/>
                <a:gd name="connsiteY17" fmla="*/ 543715 h 1115344"/>
                <a:gd name="connsiteX18" fmla="*/ 532339 w 1028023"/>
                <a:gd name="connsiteY18" fmla="*/ 605468 h 1115344"/>
                <a:gd name="connsiteX19" fmla="*/ 308006 w 1028023"/>
                <a:gd name="connsiteY19" fmla="*/ 783468 h 1115344"/>
                <a:gd name="connsiteX20" fmla="*/ 440865 w 1028023"/>
                <a:gd name="connsiteY20" fmla="*/ 918494 h 1115344"/>
                <a:gd name="connsiteX21" fmla="*/ 676104 w 1028023"/>
                <a:gd name="connsiteY21" fmla="*/ 711567 h 111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8023" h="1115344">
                  <a:moveTo>
                    <a:pt x="670832" y="897368"/>
                  </a:moveTo>
                  <a:cubicBezTo>
                    <a:pt x="620093" y="1041639"/>
                    <a:pt x="485681" y="1115345"/>
                    <a:pt x="328879" y="1115345"/>
                  </a:cubicBezTo>
                  <a:cubicBezTo>
                    <a:pt x="119786" y="1115345"/>
                    <a:pt x="0" y="1017154"/>
                    <a:pt x="0" y="836373"/>
                  </a:cubicBezTo>
                  <a:cubicBezTo>
                    <a:pt x="0" y="629447"/>
                    <a:pt x="163374" y="544509"/>
                    <a:pt x="389874" y="498754"/>
                  </a:cubicBezTo>
                  <a:cubicBezTo>
                    <a:pt x="577191" y="459536"/>
                    <a:pt x="659962" y="439963"/>
                    <a:pt x="668665" y="415984"/>
                  </a:cubicBezTo>
                  <a:lnTo>
                    <a:pt x="668665" y="392041"/>
                  </a:lnTo>
                  <a:cubicBezTo>
                    <a:pt x="668665" y="287494"/>
                    <a:pt x="616410" y="224333"/>
                    <a:pt x="483515" y="224333"/>
                  </a:cubicBezTo>
                  <a:cubicBezTo>
                    <a:pt x="350619" y="224333"/>
                    <a:pt x="270052" y="302734"/>
                    <a:pt x="235203" y="383338"/>
                  </a:cubicBezTo>
                  <a:lnTo>
                    <a:pt x="8703" y="261349"/>
                  </a:lnTo>
                  <a:cubicBezTo>
                    <a:pt x="87104" y="100177"/>
                    <a:pt x="278791" y="0"/>
                    <a:pt x="513994" y="0"/>
                  </a:cubicBezTo>
                  <a:cubicBezTo>
                    <a:pt x="821098" y="0"/>
                    <a:pt x="964863" y="143729"/>
                    <a:pt x="964863" y="409483"/>
                  </a:cubicBezTo>
                  <a:lnTo>
                    <a:pt x="964863" y="762342"/>
                  </a:lnTo>
                  <a:cubicBezTo>
                    <a:pt x="964863" y="988841"/>
                    <a:pt x="991008" y="1082013"/>
                    <a:pt x="1028024" y="1112528"/>
                  </a:cubicBezTo>
                  <a:lnTo>
                    <a:pt x="725290" y="1112528"/>
                  </a:lnTo>
                  <a:cubicBezTo>
                    <a:pt x="699144" y="1088585"/>
                    <a:pt x="677368" y="1021560"/>
                    <a:pt x="670832" y="897404"/>
                  </a:cubicBezTo>
                  <a:close/>
                  <a:moveTo>
                    <a:pt x="676104" y="711603"/>
                  </a:moveTo>
                  <a:lnTo>
                    <a:pt x="676104" y="543715"/>
                  </a:lnTo>
                  <a:lnTo>
                    <a:pt x="676104" y="543715"/>
                  </a:lnTo>
                  <a:cubicBezTo>
                    <a:pt x="646564" y="571016"/>
                    <a:pt x="610776" y="581525"/>
                    <a:pt x="532339" y="605468"/>
                  </a:cubicBezTo>
                  <a:cubicBezTo>
                    <a:pt x="384241" y="646853"/>
                    <a:pt x="308006" y="685458"/>
                    <a:pt x="308006" y="783468"/>
                  </a:cubicBezTo>
                  <a:cubicBezTo>
                    <a:pt x="308006" y="870608"/>
                    <a:pt x="369001" y="918494"/>
                    <a:pt x="440865" y="918494"/>
                  </a:cubicBezTo>
                  <a:cubicBezTo>
                    <a:pt x="549782" y="918494"/>
                    <a:pt x="654328" y="837926"/>
                    <a:pt x="676104" y="71156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F90404A2-FD95-6830-918E-555906BAEB49}"/>
                </a:ext>
              </a:extLst>
            </p:cNvPr>
            <p:cNvSpPr/>
            <p:nvPr/>
          </p:nvSpPr>
          <p:spPr>
            <a:xfrm>
              <a:off x="4301487" y="2782401"/>
              <a:ext cx="1066448" cy="1110650"/>
            </a:xfrm>
            <a:custGeom>
              <a:avLst/>
              <a:gdLst>
                <a:gd name="connsiteX0" fmla="*/ 0 w 1066448"/>
                <a:gd name="connsiteY0" fmla="*/ 556390 h 1110650"/>
                <a:gd name="connsiteX1" fmla="*/ 541657 w 1066448"/>
                <a:gd name="connsiteY1" fmla="*/ 0 h 1110650"/>
                <a:gd name="connsiteX2" fmla="*/ 1066448 w 1066448"/>
                <a:gd name="connsiteY2" fmla="*/ 545846 h 1110650"/>
                <a:gd name="connsiteX3" fmla="*/ 526923 w 1066448"/>
                <a:gd name="connsiteY3" fmla="*/ 1110650 h 1110650"/>
                <a:gd name="connsiteX4" fmla="*/ 36 w 1066448"/>
                <a:gd name="connsiteY4" fmla="*/ 556354 h 1110650"/>
                <a:gd name="connsiteX5" fmla="*/ 765051 w 1066448"/>
                <a:gd name="connsiteY5" fmla="*/ 550071 h 1110650"/>
                <a:gd name="connsiteX6" fmla="*/ 537431 w 1066448"/>
                <a:gd name="connsiteY6" fmla="*/ 216569 h 1110650"/>
                <a:gd name="connsiteX7" fmla="*/ 305587 w 1066448"/>
                <a:gd name="connsiteY7" fmla="*/ 547976 h 1110650"/>
                <a:gd name="connsiteX8" fmla="*/ 528981 w 1066448"/>
                <a:gd name="connsiteY8" fmla="*/ 892023 h 1110650"/>
                <a:gd name="connsiteX9" fmla="*/ 765051 w 1066448"/>
                <a:gd name="connsiteY9" fmla="*/ 550071 h 111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6448" h="1110650">
                  <a:moveTo>
                    <a:pt x="0" y="556390"/>
                  </a:moveTo>
                  <a:cubicBezTo>
                    <a:pt x="0" y="238164"/>
                    <a:pt x="198115" y="0"/>
                    <a:pt x="541657" y="0"/>
                  </a:cubicBezTo>
                  <a:cubicBezTo>
                    <a:pt x="885198" y="0"/>
                    <a:pt x="1066448" y="214980"/>
                    <a:pt x="1066448" y="545846"/>
                  </a:cubicBezTo>
                  <a:cubicBezTo>
                    <a:pt x="1066448" y="876711"/>
                    <a:pt x="868333" y="1110650"/>
                    <a:pt x="526923" y="1110650"/>
                  </a:cubicBezTo>
                  <a:cubicBezTo>
                    <a:pt x="185512" y="1110650"/>
                    <a:pt x="36" y="893576"/>
                    <a:pt x="36" y="556354"/>
                  </a:cubicBezTo>
                  <a:close/>
                  <a:moveTo>
                    <a:pt x="765051" y="550071"/>
                  </a:moveTo>
                  <a:cubicBezTo>
                    <a:pt x="765051" y="335091"/>
                    <a:pt x="689177" y="216569"/>
                    <a:pt x="537431" y="216569"/>
                  </a:cubicBezTo>
                  <a:cubicBezTo>
                    <a:pt x="385685" y="216569"/>
                    <a:pt x="305587" y="335127"/>
                    <a:pt x="305587" y="547976"/>
                  </a:cubicBezTo>
                  <a:cubicBezTo>
                    <a:pt x="305587" y="760825"/>
                    <a:pt x="379329" y="892023"/>
                    <a:pt x="528981" y="892023"/>
                  </a:cubicBezTo>
                  <a:cubicBezTo>
                    <a:pt x="678633" y="892023"/>
                    <a:pt x="765051" y="769276"/>
                    <a:pt x="765051" y="55007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92121BA7-C67A-BFD6-CF94-DDC649603DA1}"/>
                </a:ext>
              </a:extLst>
            </p:cNvPr>
            <p:cNvSpPr/>
            <p:nvPr/>
          </p:nvSpPr>
          <p:spPr>
            <a:xfrm>
              <a:off x="6410838" y="2808294"/>
              <a:ext cx="1066231" cy="1086021"/>
            </a:xfrm>
            <a:custGeom>
              <a:avLst/>
              <a:gdLst>
                <a:gd name="connsiteX0" fmla="*/ 0 w 1066231"/>
                <a:gd name="connsiteY0" fmla="*/ 1228 h 1086021"/>
                <a:gd name="connsiteX1" fmla="*/ 283955 w 1066231"/>
                <a:gd name="connsiteY1" fmla="*/ 1228 h 1086021"/>
                <a:gd name="connsiteX2" fmla="*/ 526381 w 1066231"/>
                <a:gd name="connsiteY2" fmla="*/ 790691 h 1086021"/>
                <a:gd name="connsiteX3" fmla="*/ 539381 w 1066231"/>
                <a:gd name="connsiteY3" fmla="*/ 790691 h 1086021"/>
                <a:gd name="connsiteX4" fmla="*/ 777545 w 1066231"/>
                <a:gd name="connsiteY4" fmla="*/ 0 h 1086021"/>
                <a:gd name="connsiteX5" fmla="*/ 1066232 w 1066231"/>
                <a:gd name="connsiteY5" fmla="*/ 0 h 1086021"/>
                <a:gd name="connsiteX6" fmla="*/ 675346 w 1066231"/>
                <a:gd name="connsiteY6" fmla="*/ 1086021 h 1086021"/>
                <a:gd name="connsiteX7" fmla="*/ 394821 w 1066231"/>
                <a:gd name="connsiteY7" fmla="*/ 1084866 h 1086021"/>
                <a:gd name="connsiteX8" fmla="*/ 0 w 1066231"/>
                <a:gd name="connsiteY8" fmla="*/ 1228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31" h="1086021">
                  <a:moveTo>
                    <a:pt x="0" y="1228"/>
                  </a:moveTo>
                  <a:lnTo>
                    <a:pt x="283955" y="1228"/>
                  </a:lnTo>
                  <a:lnTo>
                    <a:pt x="526381" y="790691"/>
                  </a:lnTo>
                  <a:lnTo>
                    <a:pt x="539381" y="790691"/>
                  </a:lnTo>
                  <a:lnTo>
                    <a:pt x="777545" y="0"/>
                  </a:lnTo>
                  <a:lnTo>
                    <a:pt x="1066232" y="0"/>
                  </a:lnTo>
                  <a:lnTo>
                    <a:pt x="675346" y="1086021"/>
                  </a:lnTo>
                  <a:lnTo>
                    <a:pt x="394821" y="1084866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497C7113-540F-4831-8259-598495CD9763}"/>
                </a:ext>
              </a:extLst>
            </p:cNvPr>
            <p:cNvSpPr/>
            <p:nvPr/>
          </p:nvSpPr>
          <p:spPr>
            <a:xfrm>
              <a:off x="3393430" y="2257682"/>
              <a:ext cx="851865" cy="1636633"/>
            </a:xfrm>
            <a:custGeom>
              <a:avLst/>
              <a:gdLst>
                <a:gd name="connsiteX0" fmla="*/ 561374 w 851865"/>
                <a:gd name="connsiteY0" fmla="*/ 396700 h 1636633"/>
                <a:gd name="connsiteX1" fmla="*/ 717454 w 851865"/>
                <a:gd name="connsiteY1" fmla="*/ 227619 h 1636633"/>
                <a:gd name="connsiteX2" fmla="*/ 851866 w 851865"/>
                <a:gd name="connsiteY2" fmla="*/ 247120 h 1636633"/>
                <a:gd name="connsiteX3" fmla="*/ 851866 w 851865"/>
                <a:gd name="connsiteY3" fmla="*/ 26001 h 1636633"/>
                <a:gd name="connsiteX4" fmla="*/ 648117 w 851865"/>
                <a:gd name="connsiteY4" fmla="*/ 0 h 1636633"/>
                <a:gd name="connsiteX5" fmla="*/ 277419 w 851865"/>
                <a:gd name="connsiteY5" fmla="*/ 381496 h 1636633"/>
                <a:gd name="connsiteX6" fmla="*/ 277419 w 851865"/>
                <a:gd name="connsiteY6" fmla="*/ 550576 h 1636633"/>
                <a:gd name="connsiteX7" fmla="*/ 85226 w 851865"/>
                <a:gd name="connsiteY7" fmla="*/ 550576 h 1636633"/>
                <a:gd name="connsiteX8" fmla="*/ 0 w 851865"/>
                <a:gd name="connsiteY8" fmla="*/ 784696 h 1636633"/>
                <a:gd name="connsiteX9" fmla="*/ 277419 w 851865"/>
                <a:gd name="connsiteY9" fmla="*/ 784696 h 1636633"/>
                <a:gd name="connsiteX10" fmla="*/ 277419 w 851865"/>
                <a:gd name="connsiteY10" fmla="*/ 1636634 h 1636633"/>
                <a:gd name="connsiteX11" fmla="*/ 561410 w 851865"/>
                <a:gd name="connsiteY11" fmla="*/ 1636634 h 1636633"/>
                <a:gd name="connsiteX12" fmla="*/ 561410 w 851865"/>
                <a:gd name="connsiteY12" fmla="*/ 767831 h 1636633"/>
                <a:gd name="connsiteX13" fmla="*/ 552743 w 851865"/>
                <a:gd name="connsiteY13" fmla="*/ 784732 h 1636633"/>
                <a:gd name="connsiteX14" fmla="*/ 822650 w 851865"/>
                <a:gd name="connsiteY14" fmla="*/ 784732 h 1636633"/>
                <a:gd name="connsiteX15" fmla="*/ 822650 w 851865"/>
                <a:gd name="connsiteY15" fmla="*/ 550612 h 1636633"/>
                <a:gd name="connsiteX16" fmla="*/ 552743 w 851865"/>
                <a:gd name="connsiteY16" fmla="*/ 550612 h 1636633"/>
                <a:gd name="connsiteX17" fmla="*/ 561410 w 851865"/>
                <a:gd name="connsiteY17" fmla="*/ 585281 h 1636633"/>
                <a:gd name="connsiteX18" fmla="*/ 561410 w 851865"/>
                <a:gd name="connsiteY18" fmla="*/ 396700 h 163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1865" h="1636633">
                  <a:moveTo>
                    <a:pt x="561374" y="396700"/>
                  </a:moveTo>
                  <a:cubicBezTo>
                    <a:pt x="561374" y="273157"/>
                    <a:pt x="602543" y="227619"/>
                    <a:pt x="717454" y="227619"/>
                  </a:cubicBezTo>
                  <a:cubicBezTo>
                    <a:pt x="769492" y="227619"/>
                    <a:pt x="814995" y="236286"/>
                    <a:pt x="851866" y="247120"/>
                  </a:cubicBezTo>
                  <a:lnTo>
                    <a:pt x="851866" y="26001"/>
                  </a:lnTo>
                  <a:cubicBezTo>
                    <a:pt x="810697" y="15167"/>
                    <a:pt x="758658" y="0"/>
                    <a:pt x="648117" y="0"/>
                  </a:cubicBezTo>
                  <a:cubicBezTo>
                    <a:pt x="403164" y="0"/>
                    <a:pt x="277419" y="145246"/>
                    <a:pt x="277419" y="381496"/>
                  </a:cubicBezTo>
                  <a:lnTo>
                    <a:pt x="277419" y="550576"/>
                  </a:lnTo>
                  <a:lnTo>
                    <a:pt x="85226" y="550576"/>
                  </a:lnTo>
                  <a:lnTo>
                    <a:pt x="0" y="784696"/>
                  </a:lnTo>
                  <a:lnTo>
                    <a:pt x="277419" y="784696"/>
                  </a:lnTo>
                  <a:lnTo>
                    <a:pt x="277419" y="1636634"/>
                  </a:lnTo>
                  <a:lnTo>
                    <a:pt x="561410" y="1636634"/>
                  </a:lnTo>
                  <a:lnTo>
                    <a:pt x="561410" y="767831"/>
                  </a:lnTo>
                  <a:lnTo>
                    <a:pt x="552743" y="784732"/>
                  </a:lnTo>
                  <a:lnTo>
                    <a:pt x="822650" y="784732"/>
                  </a:lnTo>
                  <a:lnTo>
                    <a:pt x="822650" y="550612"/>
                  </a:lnTo>
                  <a:lnTo>
                    <a:pt x="552743" y="550612"/>
                  </a:lnTo>
                  <a:lnTo>
                    <a:pt x="561410" y="585281"/>
                  </a:lnTo>
                  <a:lnTo>
                    <a:pt x="561410" y="39670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F34E756E-F88E-0766-BA81-10B86B9D6929}"/>
                </a:ext>
              </a:extLst>
            </p:cNvPr>
            <p:cNvSpPr/>
            <p:nvPr/>
          </p:nvSpPr>
          <p:spPr>
            <a:xfrm>
              <a:off x="5437019" y="2809522"/>
              <a:ext cx="840273" cy="1083529"/>
            </a:xfrm>
            <a:custGeom>
              <a:avLst/>
              <a:gdLst>
                <a:gd name="connsiteX0" fmla="*/ 826190 w 840273"/>
                <a:gd name="connsiteY0" fmla="*/ 2492 h 1083529"/>
                <a:gd name="connsiteX1" fmla="*/ 462100 w 840273"/>
                <a:gd name="connsiteY1" fmla="*/ 341700 h 1083529"/>
                <a:gd name="connsiteX2" fmla="*/ 453108 w 840273"/>
                <a:gd name="connsiteY2" fmla="*/ 341772 h 1083529"/>
                <a:gd name="connsiteX3" fmla="*/ 464158 w 840273"/>
                <a:gd name="connsiteY3" fmla="*/ 154780 h 1083529"/>
                <a:gd name="connsiteX4" fmla="*/ 463870 w 840273"/>
                <a:gd name="connsiteY4" fmla="*/ 0 h 1083529"/>
                <a:gd name="connsiteX5" fmla="*/ 82410 w 840273"/>
                <a:gd name="connsiteY5" fmla="*/ 0 h 1083529"/>
                <a:gd name="connsiteX6" fmla="*/ 0 w 840273"/>
                <a:gd name="connsiteY6" fmla="*/ 224875 h 1083529"/>
                <a:gd name="connsiteX7" fmla="*/ 212849 w 840273"/>
                <a:gd name="connsiteY7" fmla="*/ 224875 h 1083529"/>
                <a:gd name="connsiteX8" fmla="*/ 212849 w 840273"/>
                <a:gd name="connsiteY8" fmla="*/ 1083530 h 1083529"/>
                <a:gd name="connsiteX9" fmla="*/ 488535 w 840273"/>
                <a:gd name="connsiteY9" fmla="*/ 1083530 h 1083529"/>
                <a:gd name="connsiteX10" fmla="*/ 488535 w 840273"/>
                <a:gd name="connsiteY10" fmla="*/ 684266 h 1083529"/>
                <a:gd name="connsiteX11" fmla="*/ 760970 w 840273"/>
                <a:gd name="connsiteY11" fmla="*/ 332708 h 1083529"/>
                <a:gd name="connsiteX12" fmla="*/ 840274 w 840273"/>
                <a:gd name="connsiteY12" fmla="*/ 332708 h 1083529"/>
                <a:gd name="connsiteX13" fmla="*/ 840274 w 840273"/>
                <a:gd name="connsiteY13" fmla="*/ 2456 h 1083529"/>
                <a:gd name="connsiteX14" fmla="*/ 826153 w 840273"/>
                <a:gd name="connsiteY14" fmla="*/ 2456 h 108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0273" h="1083529">
                  <a:moveTo>
                    <a:pt x="826190" y="2492"/>
                  </a:moveTo>
                  <a:cubicBezTo>
                    <a:pt x="640786" y="2492"/>
                    <a:pt x="490918" y="119786"/>
                    <a:pt x="462100" y="341700"/>
                  </a:cubicBezTo>
                  <a:lnTo>
                    <a:pt x="453108" y="341772"/>
                  </a:lnTo>
                  <a:lnTo>
                    <a:pt x="464158" y="154780"/>
                  </a:lnTo>
                  <a:lnTo>
                    <a:pt x="463870" y="0"/>
                  </a:lnTo>
                  <a:lnTo>
                    <a:pt x="82410" y="0"/>
                  </a:lnTo>
                  <a:lnTo>
                    <a:pt x="0" y="224875"/>
                  </a:lnTo>
                  <a:lnTo>
                    <a:pt x="212849" y="224875"/>
                  </a:lnTo>
                  <a:lnTo>
                    <a:pt x="212849" y="1083530"/>
                  </a:lnTo>
                  <a:lnTo>
                    <a:pt x="488535" y="1083530"/>
                  </a:lnTo>
                  <a:lnTo>
                    <a:pt x="488535" y="684266"/>
                  </a:lnTo>
                  <a:cubicBezTo>
                    <a:pt x="488535" y="440432"/>
                    <a:pt x="517894" y="332708"/>
                    <a:pt x="760970" y="332708"/>
                  </a:cubicBezTo>
                  <a:lnTo>
                    <a:pt x="840274" y="332708"/>
                  </a:lnTo>
                  <a:lnTo>
                    <a:pt x="840274" y="2456"/>
                  </a:lnTo>
                  <a:lnTo>
                    <a:pt x="826153" y="2456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5EC64949-B473-CE97-A80A-16A32F504249}"/>
                </a:ext>
              </a:extLst>
            </p:cNvPr>
            <p:cNvSpPr/>
            <p:nvPr/>
          </p:nvSpPr>
          <p:spPr>
            <a:xfrm>
              <a:off x="7188817" y="4190765"/>
              <a:ext cx="848471" cy="1094074"/>
            </a:xfrm>
            <a:custGeom>
              <a:avLst/>
              <a:gdLst>
                <a:gd name="connsiteX0" fmla="*/ 834171 w 848471"/>
                <a:gd name="connsiteY0" fmla="*/ 2528 h 1094074"/>
                <a:gd name="connsiteX1" fmla="*/ 466542 w 848471"/>
                <a:gd name="connsiteY1" fmla="*/ 345022 h 1094074"/>
                <a:gd name="connsiteX2" fmla="*/ 457478 w 848471"/>
                <a:gd name="connsiteY2" fmla="*/ 345094 h 1094074"/>
                <a:gd name="connsiteX3" fmla="*/ 468636 w 848471"/>
                <a:gd name="connsiteY3" fmla="*/ 156296 h 1094074"/>
                <a:gd name="connsiteX4" fmla="*/ 468348 w 848471"/>
                <a:gd name="connsiteY4" fmla="*/ 0 h 1094074"/>
                <a:gd name="connsiteX5" fmla="*/ 83204 w 848471"/>
                <a:gd name="connsiteY5" fmla="*/ 0 h 1094074"/>
                <a:gd name="connsiteX6" fmla="*/ 0 w 848471"/>
                <a:gd name="connsiteY6" fmla="*/ 227078 h 1094074"/>
                <a:gd name="connsiteX7" fmla="*/ 214944 w 848471"/>
                <a:gd name="connsiteY7" fmla="*/ 227078 h 1094074"/>
                <a:gd name="connsiteX8" fmla="*/ 214944 w 848471"/>
                <a:gd name="connsiteY8" fmla="*/ 1094075 h 1094074"/>
                <a:gd name="connsiteX9" fmla="*/ 493302 w 848471"/>
                <a:gd name="connsiteY9" fmla="*/ 1094075 h 1094074"/>
                <a:gd name="connsiteX10" fmla="*/ 493302 w 848471"/>
                <a:gd name="connsiteY10" fmla="*/ 690911 h 1094074"/>
                <a:gd name="connsiteX11" fmla="*/ 768409 w 848471"/>
                <a:gd name="connsiteY11" fmla="*/ 335958 h 1094074"/>
                <a:gd name="connsiteX12" fmla="*/ 848471 w 848471"/>
                <a:gd name="connsiteY12" fmla="*/ 335958 h 1094074"/>
                <a:gd name="connsiteX13" fmla="*/ 848471 w 848471"/>
                <a:gd name="connsiteY13" fmla="*/ 2528 h 1094074"/>
                <a:gd name="connsiteX14" fmla="*/ 834207 w 848471"/>
                <a:gd name="connsiteY14" fmla="*/ 2528 h 109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8471" h="1094074">
                  <a:moveTo>
                    <a:pt x="834171" y="2528"/>
                  </a:moveTo>
                  <a:cubicBezTo>
                    <a:pt x="646962" y="2528"/>
                    <a:pt x="495649" y="120942"/>
                    <a:pt x="466542" y="345022"/>
                  </a:cubicBezTo>
                  <a:lnTo>
                    <a:pt x="457478" y="345094"/>
                  </a:lnTo>
                  <a:lnTo>
                    <a:pt x="468636" y="156296"/>
                  </a:lnTo>
                  <a:lnTo>
                    <a:pt x="468348" y="0"/>
                  </a:lnTo>
                  <a:lnTo>
                    <a:pt x="83204" y="0"/>
                  </a:lnTo>
                  <a:lnTo>
                    <a:pt x="0" y="227078"/>
                  </a:lnTo>
                  <a:lnTo>
                    <a:pt x="214944" y="227078"/>
                  </a:lnTo>
                  <a:lnTo>
                    <a:pt x="214944" y="1094075"/>
                  </a:lnTo>
                  <a:lnTo>
                    <a:pt x="493302" y="1094075"/>
                  </a:lnTo>
                  <a:lnTo>
                    <a:pt x="493302" y="690911"/>
                  </a:lnTo>
                  <a:cubicBezTo>
                    <a:pt x="493302" y="444730"/>
                    <a:pt x="522950" y="335958"/>
                    <a:pt x="768409" y="335958"/>
                  </a:cubicBezTo>
                  <a:lnTo>
                    <a:pt x="848471" y="335958"/>
                  </a:lnTo>
                  <a:lnTo>
                    <a:pt x="848471" y="2528"/>
                  </a:lnTo>
                  <a:lnTo>
                    <a:pt x="834207" y="25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49B6238B-753A-4B1B-7027-C0192A6DA3C3}"/>
                </a:ext>
              </a:extLst>
            </p:cNvPr>
            <p:cNvSpPr/>
            <p:nvPr/>
          </p:nvSpPr>
          <p:spPr>
            <a:xfrm>
              <a:off x="7359955" y="2808294"/>
              <a:ext cx="682026" cy="1086021"/>
            </a:xfrm>
            <a:custGeom>
              <a:avLst/>
              <a:gdLst>
                <a:gd name="connsiteX0" fmla="*/ 0 w 682026"/>
                <a:gd name="connsiteY0" fmla="*/ 1086021 h 1086021"/>
                <a:gd name="connsiteX1" fmla="*/ 286772 w 682026"/>
                <a:gd name="connsiteY1" fmla="*/ 1086021 h 1086021"/>
                <a:gd name="connsiteX2" fmla="*/ 682027 w 682026"/>
                <a:gd name="connsiteY2" fmla="*/ 0 h 1086021"/>
                <a:gd name="connsiteX3" fmla="*/ 395291 w 682026"/>
                <a:gd name="connsiteY3" fmla="*/ 0 h 1086021"/>
                <a:gd name="connsiteX4" fmla="*/ 0 w 682026"/>
                <a:gd name="connsiteY4" fmla="*/ 1086021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026" h="1086021">
                  <a:moveTo>
                    <a:pt x="0" y="1086021"/>
                  </a:moveTo>
                  <a:lnTo>
                    <a:pt x="286772" y="1086021"/>
                  </a:lnTo>
                  <a:lnTo>
                    <a:pt x="682027" y="0"/>
                  </a:lnTo>
                  <a:lnTo>
                    <a:pt x="395291" y="0"/>
                  </a:lnTo>
                  <a:lnTo>
                    <a:pt x="0" y="1086021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0030C845-D2B3-1F1D-81C5-458926FDCE8E}"/>
                </a:ext>
              </a:extLst>
            </p:cNvPr>
            <p:cNvSpPr/>
            <p:nvPr/>
          </p:nvSpPr>
          <p:spPr>
            <a:xfrm>
              <a:off x="3838015" y="4167870"/>
              <a:ext cx="1029649" cy="1116969"/>
            </a:xfrm>
            <a:custGeom>
              <a:avLst/>
              <a:gdLst>
                <a:gd name="connsiteX0" fmla="*/ 671879 w 1029649"/>
                <a:gd name="connsiteY0" fmla="*/ 898668 h 1116969"/>
                <a:gd name="connsiteX1" fmla="*/ 329385 w 1029649"/>
                <a:gd name="connsiteY1" fmla="*/ 1116970 h 1116969"/>
                <a:gd name="connsiteX2" fmla="*/ 0 w 1029649"/>
                <a:gd name="connsiteY2" fmla="*/ 837601 h 1116969"/>
                <a:gd name="connsiteX3" fmla="*/ 390452 w 1029649"/>
                <a:gd name="connsiteY3" fmla="*/ 499477 h 1116969"/>
                <a:gd name="connsiteX4" fmla="*/ 669676 w 1029649"/>
                <a:gd name="connsiteY4" fmla="*/ 416598 h 1116969"/>
                <a:gd name="connsiteX5" fmla="*/ 669676 w 1029649"/>
                <a:gd name="connsiteY5" fmla="*/ 392619 h 1116969"/>
                <a:gd name="connsiteX6" fmla="*/ 484273 w 1029649"/>
                <a:gd name="connsiteY6" fmla="*/ 224658 h 1116969"/>
                <a:gd name="connsiteX7" fmla="*/ 235600 w 1029649"/>
                <a:gd name="connsiteY7" fmla="*/ 383916 h 1116969"/>
                <a:gd name="connsiteX8" fmla="*/ 8739 w 1029649"/>
                <a:gd name="connsiteY8" fmla="*/ 261746 h 1116969"/>
                <a:gd name="connsiteX9" fmla="*/ 514825 w 1029649"/>
                <a:gd name="connsiteY9" fmla="*/ 0 h 1116969"/>
                <a:gd name="connsiteX10" fmla="*/ 966379 w 1029649"/>
                <a:gd name="connsiteY10" fmla="*/ 410097 h 1116969"/>
                <a:gd name="connsiteX11" fmla="*/ 966379 w 1029649"/>
                <a:gd name="connsiteY11" fmla="*/ 763498 h 1116969"/>
                <a:gd name="connsiteX12" fmla="*/ 1029649 w 1029649"/>
                <a:gd name="connsiteY12" fmla="*/ 1114189 h 1116969"/>
                <a:gd name="connsiteX13" fmla="*/ 726446 w 1029649"/>
                <a:gd name="connsiteY13" fmla="*/ 1114189 h 1116969"/>
                <a:gd name="connsiteX14" fmla="*/ 671915 w 1029649"/>
                <a:gd name="connsiteY14" fmla="*/ 898740 h 1116969"/>
                <a:gd name="connsiteX15" fmla="*/ 677152 w 1029649"/>
                <a:gd name="connsiteY15" fmla="*/ 712615 h 1116969"/>
                <a:gd name="connsiteX16" fmla="*/ 677152 w 1029649"/>
                <a:gd name="connsiteY16" fmla="*/ 544473 h 1116969"/>
                <a:gd name="connsiteX17" fmla="*/ 677152 w 1029649"/>
                <a:gd name="connsiteY17" fmla="*/ 544473 h 1116969"/>
                <a:gd name="connsiteX18" fmla="*/ 533170 w 1029649"/>
                <a:gd name="connsiteY18" fmla="*/ 606334 h 1116969"/>
                <a:gd name="connsiteX19" fmla="*/ 308476 w 1029649"/>
                <a:gd name="connsiteY19" fmla="*/ 784588 h 1116969"/>
                <a:gd name="connsiteX20" fmla="*/ 441552 w 1029649"/>
                <a:gd name="connsiteY20" fmla="*/ 919830 h 1116969"/>
                <a:gd name="connsiteX21" fmla="*/ 677152 w 1029649"/>
                <a:gd name="connsiteY21" fmla="*/ 712615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9649" h="1116969">
                  <a:moveTo>
                    <a:pt x="671879" y="898668"/>
                  </a:moveTo>
                  <a:cubicBezTo>
                    <a:pt x="621068" y="1043155"/>
                    <a:pt x="486476" y="1116970"/>
                    <a:pt x="329385" y="1116970"/>
                  </a:cubicBezTo>
                  <a:cubicBezTo>
                    <a:pt x="119967" y="1116970"/>
                    <a:pt x="0" y="1018635"/>
                    <a:pt x="0" y="837601"/>
                  </a:cubicBezTo>
                  <a:cubicBezTo>
                    <a:pt x="0" y="630350"/>
                    <a:pt x="163591" y="545304"/>
                    <a:pt x="390452" y="499477"/>
                  </a:cubicBezTo>
                  <a:cubicBezTo>
                    <a:pt x="578058" y="460222"/>
                    <a:pt x="660937" y="440577"/>
                    <a:pt x="669676" y="416598"/>
                  </a:cubicBezTo>
                  <a:lnTo>
                    <a:pt x="669676" y="392619"/>
                  </a:lnTo>
                  <a:cubicBezTo>
                    <a:pt x="669676" y="287928"/>
                    <a:pt x="617313" y="224658"/>
                    <a:pt x="484273" y="224658"/>
                  </a:cubicBezTo>
                  <a:cubicBezTo>
                    <a:pt x="351233" y="224658"/>
                    <a:pt x="270485" y="303167"/>
                    <a:pt x="235600" y="383916"/>
                  </a:cubicBezTo>
                  <a:lnTo>
                    <a:pt x="8739" y="261746"/>
                  </a:lnTo>
                  <a:cubicBezTo>
                    <a:pt x="87285" y="100321"/>
                    <a:pt x="279224" y="0"/>
                    <a:pt x="514825" y="0"/>
                  </a:cubicBezTo>
                  <a:cubicBezTo>
                    <a:pt x="822398" y="0"/>
                    <a:pt x="966379" y="143982"/>
                    <a:pt x="966379" y="410097"/>
                  </a:cubicBezTo>
                  <a:lnTo>
                    <a:pt x="966379" y="763498"/>
                  </a:lnTo>
                  <a:cubicBezTo>
                    <a:pt x="966379" y="990358"/>
                    <a:pt x="992561" y="1083674"/>
                    <a:pt x="1029649" y="1114189"/>
                  </a:cubicBezTo>
                  <a:lnTo>
                    <a:pt x="726446" y="1114189"/>
                  </a:lnTo>
                  <a:cubicBezTo>
                    <a:pt x="700264" y="1090210"/>
                    <a:pt x="678452" y="1023077"/>
                    <a:pt x="671915" y="898740"/>
                  </a:cubicBezTo>
                  <a:close/>
                  <a:moveTo>
                    <a:pt x="677152" y="712615"/>
                  </a:moveTo>
                  <a:lnTo>
                    <a:pt x="677152" y="544473"/>
                  </a:lnTo>
                  <a:lnTo>
                    <a:pt x="677152" y="544473"/>
                  </a:lnTo>
                  <a:cubicBezTo>
                    <a:pt x="647575" y="571811"/>
                    <a:pt x="611715" y="582356"/>
                    <a:pt x="533170" y="606334"/>
                  </a:cubicBezTo>
                  <a:cubicBezTo>
                    <a:pt x="384855" y="647792"/>
                    <a:pt x="308476" y="686433"/>
                    <a:pt x="308476" y="784588"/>
                  </a:cubicBezTo>
                  <a:cubicBezTo>
                    <a:pt x="308476" y="871836"/>
                    <a:pt x="369543" y="919830"/>
                    <a:pt x="441552" y="919830"/>
                  </a:cubicBezTo>
                  <a:cubicBezTo>
                    <a:pt x="550612" y="919830"/>
                    <a:pt x="655340" y="839118"/>
                    <a:pt x="677152" y="71261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CCBABBE2-93DA-19BF-EE04-572542716478}"/>
                </a:ext>
              </a:extLst>
            </p:cNvPr>
            <p:cNvSpPr/>
            <p:nvPr/>
          </p:nvSpPr>
          <p:spPr>
            <a:xfrm>
              <a:off x="8099474" y="4191379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7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6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7"/>
                    <a:pt x="438410" y="1100177"/>
                  </a:cubicBezTo>
                  <a:cubicBezTo>
                    <a:pt x="257159" y="1100177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344653E6-D95E-B083-067C-7DDC6C245101}"/>
                </a:ext>
              </a:extLst>
            </p:cNvPr>
            <p:cNvSpPr/>
            <p:nvPr/>
          </p:nvSpPr>
          <p:spPr>
            <a:xfrm>
              <a:off x="8099474" y="2807536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8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7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8"/>
                    <a:pt x="438410" y="1100178"/>
                  </a:cubicBezTo>
                  <a:cubicBezTo>
                    <a:pt x="257159" y="1100178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D7DE8DB-8BE2-397F-038A-A8405BCBB19B}"/>
              </a:ext>
            </a:extLst>
          </p:cNvPr>
          <p:cNvSpPr txBox="1"/>
          <p:nvPr userDrawn="1"/>
        </p:nvSpPr>
        <p:spPr>
          <a:xfrm>
            <a:off x="304799" y="4536000"/>
            <a:ext cx="5791201" cy="1137600"/>
          </a:xfrm>
          <a:prstGeom prst="rect">
            <a:avLst/>
          </a:prstGeom>
          <a:noFill/>
        </p:spPr>
        <p:txBody>
          <a:bodyPr wrap="square" lIns="0" tIns="0" rIns="0" bIns="0" numCol="1" spcCol="14400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1000" kern="100" spc="-10" baseline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Der Inhalt dieses Dokuments ist vertraulich und nicht zur Weitergabe an andere Personen als die Adressat*innen bestimmt. Eine Weitergabe an Dritte darf nur mit vorheriger schriftlicher Zustimmung </a:t>
            </a:r>
            <a:br>
              <a:rPr lang="de-DE" sz="1000" kern="100" spc="-10" baseline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1000" kern="100" spc="-10" baseline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von </a:t>
            </a:r>
            <a:r>
              <a:rPr lang="de-DE" sz="1000" kern="100" spc="-10" baseline="0" err="1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Forvis</a:t>
            </a:r>
            <a:r>
              <a:rPr lang="de-DE" sz="1000" kern="100" spc="-10" baseline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Mazars erfolgen.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F81A003-846F-FF53-005E-112BEA603CD7}"/>
              </a:ext>
            </a:extLst>
          </p:cNvPr>
          <p:cNvSpPr txBox="1"/>
          <p:nvPr userDrawn="1"/>
        </p:nvSpPr>
        <p:spPr>
          <a:xfrm>
            <a:off x="315558" y="1779410"/>
            <a:ext cx="5791200" cy="1123384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lvl="0"/>
            <a:r>
              <a:rPr lang="de-DE" sz="1400">
                <a:solidFill>
                  <a:schemeClr val="bg1"/>
                </a:solidFill>
              </a:rPr>
              <a:t>Forvis Mazars GmbH &amp; Co. KG</a:t>
            </a:r>
            <a:br>
              <a:rPr lang="de-DE" sz="1400">
                <a:solidFill>
                  <a:schemeClr val="bg1"/>
                </a:solidFill>
              </a:rPr>
            </a:br>
            <a:r>
              <a:rPr lang="de-DE" sz="1400">
                <a:solidFill>
                  <a:schemeClr val="bg1"/>
                </a:solidFill>
              </a:rPr>
              <a:t>Wirtschaftsprüfungsgesellschaft</a:t>
            </a:r>
            <a:br>
              <a:rPr lang="de-DE" sz="1400">
                <a:solidFill>
                  <a:schemeClr val="bg1"/>
                </a:solidFill>
              </a:rPr>
            </a:br>
            <a:r>
              <a:rPr lang="de-DE" sz="1400">
                <a:solidFill>
                  <a:schemeClr val="bg1"/>
                </a:solidFill>
              </a:rPr>
              <a:t>Steuerberatungsgesellschaft</a:t>
            </a:r>
          </a:p>
          <a:p>
            <a:pPr lvl="0"/>
            <a:r>
              <a:rPr lang="de-DE" sz="1400">
                <a:solidFill>
                  <a:schemeClr val="bg1"/>
                </a:solidFill>
              </a:rPr>
              <a:t>Domstra</a:t>
            </a:r>
            <a:r>
              <a:rPr lang="de-DE" sz="1400">
                <a:solidFill>
                  <a:schemeClr val="bg1"/>
                </a:solidFill>
                <a:cs typeface="Arial"/>
              </a:rPr>
              <a:t>ß</a:t>
            </a:r>
            <a:r>
              <a:rPr lang="de-DE" sz="1400">
                <a:solidFill>
                  <a:schemeClr val="bg1"/>
                </a:solidFill>
              </a:rPr>
              <a:t>e 15 | 20095 Hamburg</a:t>
            </a:r>
            <a:br>
              <a:rPr lang="de-DE" sz="1400">
                <a:solidFill>
                  <a:schemeClr val="bg1"/>
                </a:solidFill>
              </a:rPr>
            </a:br>
            <a:r>
              <a:rPr lang="de-DE" sz="1400">
                <a:solidFill>
                  <a:schemeClr val="bg1"/>
                </a:solidFill>
              </a:rPr>
              <a:t>Tel: +49 40 288 01 0 </a:t>
            </a:r>
          </a:p>
        </p:txBody>
      </p:sp>
    </p:spTree>
    <p:extLst>
      <p:ext uri="{BB962C8B-B14F-4D97-AF65-F5344CB8AC3E}">
        <p14:creationId xmlns:p14="http://schemas.microsoft.com/office/powerpoint/2010/main" val="17958646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4170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tro - true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D19440D8-36C8-9F20-5BE6-5D024AE51BA0}"/>
              </a:ext>
            </a:extLst>
          </p:cNvPr>
          <p:cNvSpPr txBox="1"/>
          <p:nvPr userDrawn="1"/>
        </p:nvSpPr>
        <p:spPr>
          <a:xfrm>
            <a:off x="304800" y="298800"/>
            <a:ext cx="1061188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Contact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54649-4A4B-29E4-6982-D75D679FBBB3}"/>
              </a:ext>
            </a:extLst>
          </p:cNvPr>
          <p:cNvSpPr txBox="1"/>
          <p:nvPr userDrawn="1"/>
        </p:nvSpPr>
        <p:spPr>
          <a:xfrm>
            <a:off x="304800" y="1260000"/>
            <a:ext cx="326886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GB" b="1" err="1">
                <a:solidFill>
                  <a:schemeClr val="bg1"/>
                </a:solidFill>
              </a:rPr>
              <a:t>Forvis</a:t>
            </a:r>
            <a:r>
              <a:rPr lang="en-GB" b="1">
                <a:solidFill>
                  <a:schemeClr val="bg1"/>
                </a:solidFill>
              </a:rPr>
              <a:t> Mazars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B71A06-C5AC-A61B-B714-5E5146BBED9C}"/>
              </a:ext>
            </a:extLst>
          </p:cNvPr>
          <p:cNvSpPr txBox="1">
            <a:spLocks/>
          </p:cNvSpPr>
          <p:nvPr userDrawn="1"/>
        </p:nvSpPr>
        <p:spPr>
          <a:xfrm>
            <a:off x="304799" y="5585255"/>
            <a:ext cx="3268869" cy="270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noProof="0">
                <a:solidFill>
                  <a:schemeClr val="bg1"/>
                </a:solidFill>
              </a:rPr>
              <a:t>© Forvis Mazars 2026.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39DB0C-C503-CAC9-913A-CD5A6F316844}"/>
              </a:ext>
            </a:extLst>
          </p:cNvPr>
          <p:cNvSpPr txBox="1"/>
          <p:nvPr userDrawn="1"/>
        </p:nvSpPr>
        <p:spPr>
          <a:xfrm>
            <a:off x="-6392332" y="30480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Bitte halten Sie sich an folgende Anweisungen, wenn Sie diese Folienvorlage verwenden: </a:t>
            </a:r>
          </a:p>
          <a:p>
            <a:b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</a:b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Sie haben die Möglichkeit, eine andere Farbe für den Hintergrund der Deckblätter, der Trennfolien und der Abschlussfolien aus den folgenden Optionen zu wählen:</a:t>
            </a:r>
          </a:p>
          <a:p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Weiß</a:t>
            </a: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Indigo </a:t>
            </a:r>
            <a:r>
              <a:rPr lang="de-DE" sz="1200" i="1" err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Dye</a:t>
            </a:r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- True Blue oder eine beliebige Farbe aus der "Vision"-Farbpalette </a:t>
            </a: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(siehe Folie 2).</a:t>
            </a:r>
            <a:endParaRPr lang="en-US" sz="120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FB5C355-B047-E138-9D1B-E86B2E85732B}"/>
              </a:ext>
            </a:extLst>
          </p:cNvPr>
          <p:cNvSpPr txBox="1"/>
          <p:nvPr userDrawn="1"/>
        </p:nvSpPr>
        <p:spPr>
          <a:xfrm>
            <a:off x="7360824" y="298800"/>
            <a:ext cx="1496051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Follow us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5102900-3158-FA51-1018-F8C80EDD134E}"/>
              </a:ext>
            </a:extLst>
          </p:cNvPr>
          <p:cNvSpPr txBox="1"/>
          <p:nvPr userDrawn="1"/>
        </p:nvSpPr>
        <p:spPr>
          <a:xfrm>
            <a:off x="7360824" y="1258888"/>
            <a:ext cx="4531139" cy="30777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LinkedIn: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Xing: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Facebook: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Instagram: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endParaRPr lang="en-GB" sz="1400" b="1">
              <a:solidFill>
                <a:schemeClr val="bg1"/>
              </a:solidFill>
            </a:endParaRPr>
          </a:p>
          <a:p>
            <a:r>
              <a:rPr lang="en-GB" sz="1400" b="1">
                <a:solidFill>
                  <a:schemeClr val="bg1"/>
                </a:solidFill>
              </a:rPr>
              <a:t>Find out more at www.forvismazars.com/de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68F3E7E7-39E4-3E9D-BC91-36833C9C785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811963" y="6165234"/>
            <a:ext cx="1080000" cy="453765"/>
            <a:chOff x="1721984" y="2257682"/>
            <a:chExt cx="7247953" cy="3045250"/>
          </a:xfrm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29F73C81-08C9-6365-BD47-593B6AC864AB}"/>
                </a:ext>
              </a:extLst>
            </p:cNvPr>
            <p:cNvSpPr/>
            <p:nvPr/>
          </p:nvSpPr>
          <p:spPr>
            <a:xfrm>
              <a:off x="1721984" y="4167798"/>
              <a:ext cx="1948179" cy="1135134"/>
            </a:xfrm>
            <a:custGeom>
              <a:avLst/>
              <a:gdLst>
                <a:gd name="connsiteX0" fmla="*/ 1948179 w 1948179"/>
                <a:gd name="connsiteY0" fmla="*/ 391066 h 1135134"/>
                <a:gd name="connsiteX1" fmla="*/ 1641834 w 1948179"/>
                <a:gd name="connsiteY1" fmla="*/ 0 h 1135134"/>
                <a:gd name="connsiteX2" fmla="*/ 1272508 w 1948179"/>
                <a:gd name="connsiteY2" fmla="*/ 302012 h 1135134"/>
                <a:gd name="connsiteX3" fmla="*/ 1257305 w 1948179"/>
                <a:gd name="connsiteY3" fmla="*/ 302012 h 1135134"/>
                <a:gd name="connsiteX4" fmla="*/ 955329 w 1948179"/>
                <a:gd name="connsiteY4" fmla="*/ 0 h 1135134"/>
                <a:gd name="connsiteX5" fmla="*/ 581633 w 1948179"/>
                <a:gd name="connsiteY5" fmla="*/ 312846 h 1135134"/>
                <a:gd name="connsiteX6" fmla="*/ 566177 w 1948179"/>
                <a:gd name="connsiteY6" fmla="*/ 312846 h 1135134"/>
                <a:gd name="connsiteX7" fmla="*/ 333646 w 1948179"/>
                <a:gd name="connsiteY7" fmla="*/ 28240 h 1135134"/>
                <a:gd name="connsiteX8" fmla="*/ 223972 w 1948179"/>
                <a:gd name="connsiteY8" fmla="*/ 10870 h 1135134"/>
                <a:gd name="connsiteX9" fmla="*/ 0 w 1948179"/>
                <a:gd name="connsiteY9" fmla="*/ 10870 h 1135134"/>
                <a:gd name="connsiteX10" fmla="*/ 0 w 1948179"/>
                <a:gd name="connsiteY10" fmla="*/ 257990 h 1135134"/>
                <a:gd name="connsiteX11" fmla="*/ 283991 w 1948179"/>
                <a:gd name="connsiteY11" fmla="*/ 258099 h 1135134"/>
                <a:gd name="connsiteX12" fmla="*/ 283991 w 1948179"/>
                <a:gd name="connsiteY12" fmla="*/ 1116717 h 1135134"/>
                <a:gd name="connsiteX13" fmla="*/ 585967 w 1948179"/>
                <a:gd name="connsiteY13" fmla="*/ 1116717 h 1135134"/>
                <a:gd name="connsiteX14" fmla="*/ 585967 w 1948179"/>
                <a:gd name="connsiteY14" fmla="*/ 562710 h 1135134"/>
                <a:gd name="connsiteX15" fmla="*/ 597342 w 1948179"/>
                <a:gd name="connsiteY15" fmla="*/ 466506 h 1135134"/>
                <a:gd name="connsiteX16" fmla="*/ 820592 w 1948179"/>
                <a:gd name="connsiteY16" fmla="*/ 254198 h 1135134"/>
                <a:gd name="connsiteX17" fmla="*/ 968330 w 1948179"/>
                <a:gd name="connsiteY17" fmla="*/ 473656 h 1135134"/>
                <a:gd name="connsiteX18" fmla="*/ 968330 w 1948179"/>
                <a:gd name="connsiteY18" fmla="*/ 1116753 h 1135134"/>
                <a:gd name="connsiteX19" fmla="*/ 1270305 w 1948179"/>
                <a:gd name="connsiteY19" fmla="*/ 1116753 h 1135134"/>
                <a:gd name="connsiteX20" fmla="*/ 1270305 w 1948179"/>
                <a:gd name="connsiteY20" fmla="*/ 549710 h 1135134"/>
                <a:gd name="connsiteX21" fmla="*/ 1511467 w 1948179"/>
                <a:gd name="connsiteY21" fmla="*/ 254234 h 1135134"/>
                <a:gd name="connsiteX22" fmla="*/ 1644001 w 1948179"/>
                <a:gd name="connsiteY22" fmla="*/ 473692 h 1135134"/>
                <a:gd name="connsiteX23" fmla="*/ 1644001 w 1948179"/>
                <a:gd name="connsiteY23" fmla="*/ 833231 h 1135134"/>
                <a:gd name="connsiteX24" fmla="*/ 1948179 w 1948179"/>
                <a:gd name="connsiteY24" fmla="*/ 1135135 h 1135134"/>
                <a:gd name="connsiteX25" fmla="*/ 1948179 w 1948179"/>
                <a:gd name="connsiteY25" fmla="*/ 391102 h 113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179" h="1135134">
                  <a:moveTo>
                    <a:pt x="1948179" y="391066"/>
                  </a:moveTo>
                  <a:cubicBezTo>
                    <a:pt x="1948179" y="149904"/>
                    <a:pt x="1852589" y="0"/>
                    <a:pt x="1641834" y="0"/>
                  </a:cubicBezTo>
                  <a:cubicBezTo>
                    <a:pt x="1468023" y="0"/>
                    <a:pt x="1335489" y="108627"/>
                    <a:pt x="1272508" y="302012"/>
                  </a:cubicBezTo>
                  <a:lnTo>
                    <a:pt x="1257305" y="302012"/>
                  </a:lnTo>
                  <a:cubicBezTo>
                    <a:pt x="1239934" y="128201"/>
                    <a:pt x="1142141" y="0"/>
                    <a:pt x="955329" y="0"/>
                  </a:cubicBezTo>
                  <a:cubicBezTo>
                    <a:pt x="768517" y="0"/>
                    <a:pt x="640317" y="115128"/>
                    <a:pt x="581633" y="312846"/>
                  </a:cubicBezTo>
                  <a:lnTo>
                    <a:pt x="566177" y="312846"/>
                  </a:lnTo>
                  <a:cubicBezTo>
                    <a:pt x="527067" y="181539"/>
                    <a:pt x="455238" y="69770"/>
                    <a:pt x="333646" y="28240"/>
                  </a:cubicBezTo>
                  <a:cubicBezTo>
                    <a:pt x="300820" y="17009"/>
                    <a:pt x="264382" y="10870"/>
                    <a:pt x="223972" y="10870"/>
                  </a:cubicBezTo>
                  <a:lnTo>
                    <a:pt x="0" y="10870"/>
                  </a:lnTo>
                  <a:lnTo>
                    <a:pt x="0" y="257990"/>
                  </a:lnTo>
                  <a:lnTo>
                    <a:pt x="283991" y="258099"/>
                  </a:lnTo>
                  <a:lnTo>
                    <a:pt x="283991" y="1116717"/>
                  </a:lnTo>
                  <a:lnTo>
                    <a:pt x="585967" y="1116717"/>
                  </a:lnTo>
                  <a:lnTo>
                    <a:pt x="585967" y="562710"/>
                  </a:lnTo>
                  <a:cubicBezTo>
                    <a:pt x="586725" y="527536"/>
                    <a:pt x="590806" y="495613"/>
                    <a:pt x="597342" y="466506"/>
                  </a:cubicBezTo>
                  <a:cubicBezTo>
                    <a:pt x="629158" y="324727"/>
                    <a:pt x="723268" y="254198"/>
                    <a:pt x="820592" y="254198"/>
                  </a:cubicBezTo>
                  <a:cubicBezTo>
                    <a:pt x="917916" y="254198"/>
                    <a:pt x="968330" y="297642"/>
                    <a:pt x="968330" y="473656"/>
                  </a:cubicBezTo>
                  <a:lnTo>
                    <a:pt x="968330" y="1116753"/>
                  </a:lnTo>
                  <a:lnTo>
                    <a:pt x="1270305" y="1116753"/>
                  </a:lnTo>
                  <a:lnTo>
                    <a:pt x="1270305" y="549710"/>
                  </a:lnTo>
                  <a:cubicBezTo>
                    <a:pt x="1292045" y="330288"/>
                    <a:pt x="1405006" y="254234"/>
                    <a:pt x="1511467" y="254234"/>
                  </a:cubicBezTo>
                  <a:cubicBezTo>
                    <a:pt x="1617927" y="254234"/>
                    <a:pt x="1644001" y="328121"/>
                    <a:pt x="1644001" y="473692"/>
                  </a:cubicBezTo>
                  <a:lnTo>
                    <a:pt x="1644001" y="833231"/>
                  </a:lnTo>
                  <a:cubicBezTo>
                    <a:pt x="1644001" y="1005923"/>
                    <a:pt x="1755662" y="1125384"/>
                    <a:pt x="1948179" y="1135135"/>
                  </a:cubicBezTo>
                  <a:lnTo>
                    <a:pt x="1948179" y="39110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8F654F2E-358C-F954-ED8F-DA1B0D355045}"/>
                </a:ext>
              </a:extLst>
            </p:cNvPr>
            <p:cNvSpPr/>
            <p:nvPr/>
          </p:nvSpPr>
          <p:spPr>
            <a:xfrm>
              <a:off x="5035697" y="4193979"/>
              <a:ext cx="910332" cy="1088477"/>
            </a:xfrm>
            <a:custGeom>
              <a:avLst/>
              <a:gdLst>
                <a:gd name="connsiteX0" fmla="*/ 326785 w 910332"/>
                <a:gd name="connsiteY0" fmla="*/ 851469 h 1088477"/>
                <a:gd name="connsiteX1" fmla="*/ 897296 w 910332"/>
                <a:gd name="connsiteY1" fmla="*/ 235817 h 1088477"/>
                <a:gd name="connsiteX2" fmla="*/ 897296 w 910332"/>
                <a:gd name="connsiteY2" fmla="*/ 5381 h 1088477"/>
                <a:gd name="connsiteX3" fmla="*/ 897296 w 910332"/>
                <a:gd name="connsiteY3" fmla="*/ 5381 h 1088477"/>
                <a:gd name="connsiteX4" fmla="*/ 897296 w 910332"/>
                <a:gd name="connsiteY4" fmla="*/ 0 h 1088477"/>
                <a:gd name="connsiteX5" fmla="*/ 22535 w 910332"/>
                <a:gd name="connsiteY5" fmla="*/ 0 h 1088477"/>
                <a:gd name="connsiteX6" fmla="*/ 22535 w 910332"/>
                <a:gd name="connsiteY6" fmla="*/ 225958 h 1088477"/>
                <a:gd name="connsiteX7" fmla="*/ 600629 w 910332"/>
                <a:gd name="connsiteY7" fmla="*/ 225958 h 1088477"/>
                <a:gd name="connsiteX8" fmla="*/ 0 w 910332"/>
                <a:gd name="connsiteY8" fmla="*/ 868947 h 1088477"/>
                <a:gd name="connsiteX9" fmla="*/ 0 w 910332"/>
                <a:gd name="connsiteY9" fmla="*/ 1088477 h 1088477"/>
                <a:gd name="connsiteX10" fmla="*/ 910333 w 910332"/>
                <a:gd name="connsiteY10" fmla="*/ 1088477 h 1088477"/>
                <a:gd name="connsiteX11" fmla="*/ 910333 w 910332"/>
                <a:gd name="connsiteY11" fmla="*/ 851469 h 1088477"/>
                <a:gd name="connsiteX12" fmla="*/ 326785 w 910332"/>
                <a:gd name="connsiteY12" fmla="*/ 851469 h 10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0332" h="1088477">
                  <a:moveTo>
                    <a:pt x="326785" y="851469"/>
                  </a:moveTo>
                  <a:lnTo>
                    <a:pt x="897296" y="235817"/>
                  </a:lnTo>
                  <a:lnTo>
                    <a:pt x="897296" y="5381"/>
                  </a:lnTo>
                  <a:lnTo>
                    <a:pt x="897296" y="5381"/>
                  </a:lnTo>
                  <a:lnTo>
                    <a:pt x="897296" y="0"/>
                  </a:lnTo>
                  <a:lnTo>
                    <a:pt x="22535" y="0"/>
                  </a:lnTo>
                  <a:lnTo>
                    <a:pt x="22535" y="225958"/>
                  </a:lnTo>
                  <a:lnTo>
                    <a:pt x="600629" y="225958"/>
                  </a:lnTo>
                  <a:lnTo>
                    <a:pt x="0" y="868947"/>
                  </a:lnTo>
                  <a:lnTo>
                    <a:pt x="0" y="1088477"/>
                  </a:lnTo>
                  <a:lnTo>
                    <a:pt x="910333" y="1088477"/>
                  </a:lnTo>
                  <a:lnTo>
                    <a:pt x="910333" y="851469"/>
                  </a:lnTo>
                  <a:lnTo>
                    <a:pt x="326785" y="851469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8369565D-D804-9224-3A4B-DEE7B05BE8B6}"/>
                </a:ext>
              </a:extLst>
            </p:cNvPr>
            <p:cNvSpPr/>
            <p:nvPr/>
          </p:nvSpPr>
          <p:spPr>
            <a:xfrm>
              <a:off x="6099401" y="4169495"/>
              <a:ext cx="1028023" cy="1115344"/>
            </a:xfrm>
            <a:custGeom>
              <a:avLst/>
              <a:gdLst>
                <a:gd name="connsiteX0" fmla="*/ 670832 w 1028023"/>
                <a:gd name="connsiteY0" fmla="*/ 897368 h 1115344"/>
                <a:gd name="connsiteX1" fmla="*/ 328879 w 1028023"/>
                <a:gd name="connsiteY1" fmla="*/ 1115345 h 1115344"/>
                <a:gd name="connsiteX2" fmla="*/ 0 w 1028023"/>
                <a:gd name="connsiteY2" fmla="*/ 836373 h 1115344"/>
                <a:gd name="connsiteX3" fmla="*/ 389874 w 1028023"/>
                <a:gd name="connsiteY3" fmla="*/ 498754 h 1115344"/>
                <a:gd name="connsiteX4" fmla="*/ 668665 w 1028023"/>
                <a:gd name="connsiteY4" fmla="*/ 415984 h 1115344"/>
                <a:gd name="connsiteX5" fmla="*/ 668665 w 1028023"/>
                <a:gd name="connsiteY5" fmla="*/ 392041 h 1115344"/>
                <a:gd name="connsiteX6" fmla="*/ 483515 w 1028023"/>
                <a:gd name="connsiteY6" fmla="*/ 224333 h 1115344"/>
                <a:gd name="connsiteX7" fmla="*/ 235203 w 1028023"/>
                <a:gd name="connsiteY7" fmla="*/ 383338 h 1115344"/>
                <a:gd name="connsiteX8" fmla="*/ 8703 w 1028023"/>
                <a:gd name="connsiteY8" fmla="*/ 261349 h 1115344"/>
                <a:gd name="connsiteX9" fmla="*/ 513994 w 1028023"/>
                <a:gd name="connsiteY9" fmla="*/ 0 h 1115344"/>
                <a:gd name="connsiteX10" fmla="*/ 964863 w 1028023"/>
                <a:gd name="connsiteY10" fmla="*/ 409483 h 1115344"/>
                <a:gd name="connsiteX11" fmla="*/ 964863 w 1028023"/>
                <a:gd name="connsiteY11" fmla="*/ 762342 h 1115344"/>
                <a:gd name="connsiteX12" fmla="*/ 1028024 w 1028023"/>
                <a:gd name="connsiteY12" fmla="*/ 1112528 h 1115344"/>
                <a:gd name="connsiteX13" fmla="*/ 725290 w 1028023"/>
                <a:gd name="connsiteY13" fmla="*/ 1112528 h 1115344"/>
                <a:gd name="connsiteX14" fmla="*/ 670832 w 1028023"/>
                <a:gd name="connsiteY14" fmla="*/ 897404 h 1115344"/>
                <a:gd name="connsiteX15" fmla="*/ 676104 w 1028023"/>
                <a:gd name="connsiteY15" fmla="*/ 711603 h 1115344"/>
                <a:gd name="connsiteX16" fmla="*/ 676104 w 1028023"/>
                <a:gd name="connsiteY16" fmla="*/ 543715 h 1115344"/>
                <a:gd name="connsiteX17" fmla="*/ 676104 w 1028023"/>
                <a:gd name="connsiteY17" fmla="*/ 543715 h 1115344"/>
                <a:gd name="connsiteX18" fmla="*/ 532339 w 1028023"/>
                <a:gd name="connsiteY18" fmla="*/ 605468 h 1115344"/>
                <a:gd name="connsiteX19" fmla="*/ 308006 w 1028023"/>
                <a:gd name="connsiteY19" fmla="*/ 783468 h 1115344"/>
                <a:gd name="connsiteX20" fmla="*/ 440865 w 1028023"/>
                <a:gd name="connsiteY20" fmla="*/ 918494 h 1115344"/>
                <a:gd name="connsiteX21" fmla="*/ 676104 w 1028023"/>
                <a:gd name="connsiteY21" fmla="*/ 711567 h 111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8023" h="1115344">
                  <a:moveTo>
                    <a:pt x="670832" y="897368"/>
                  </a:moveTo>
                  <a:cubicBezTo>
                    <a:pt x="620093" y="1041639"/>
                    <a:pt x="485681" y="1115345"/>
                    <a:pt x="328879" y="1115345"/>
                  </a:cubicBezTo>
                  <a:cubicBezTo>
                    <a:pt x="119786" y="1115345"/>
                    <a:pt x="0" y="1017154"/>
                    <a:pt x="0" y="836373"/>
                  </a:cubicBezTo>
                  <a:cubicBezTo>
                    <a:pt x="0" y="629447"/>
                    <a:pt x="163374" y="544509"/>
                    <a:pt x="389874" y="498754"/>
                  </a:cubicBezTo>
                  <a:cubicBezTo>
                    <a:pt x="577191" y="459536"/>
                    <a:pt x="659962" y="439963"/>
                    <a:pt x="668665" y="415984"/>
                  </a:cubicBezTo>
                  <a:lnTo>
                    <a:pt x="668665" y="392041"/>
                  </a:lnTo>
                  <a:cubicBezTo>
                    <a:pt x="668665" y="287494"/>
                    <a:pt x="616410" y="224333"/>
                    <a:pt x="483515" y="224333"/>
                  </a:cubicBezTo>
                  <a:cubicBezTo>
                    <a:pt x="350619" y="224333"/>
                    <a:pt x="270052" y="302734"/>
                    <a:pt x="235203" y="383338"/>
                  </a:cubicBezTo>
                  <a:lnTo>
                    <a:pt x="8703" y="261349"/>
                  </a:lnTo>
                  <a:cubicBezTo>
                    <a:pt x="87104" y="100177"/>
                    <a:pt x="278791" y="0"/>
                    <a:pt x="513994" y="0"/>
                  </a:cubicBezTo>
                  <a:cubicBezTo>
                    <a:pt x="821098" y="0"/>
                    <a:pt x="964863" y="143729"/>
                    <a:pt x="964863" y="409483"/>
                  </a:cubicBezTo>
                  <a:lnTo>
                    <a:pt x="964863" y="762342"/>
                  </a:lnTo>
                  <a:cubicBezTo>
                    <a:pt x="964863" y="988841"/>
                    <a:pt x="991008" y="1082013"/>
                    <a:pt x="1028024" y="1112528"/>
                  </a:cubicBezTo>
                  <a:lnTo>
                    <a:pt x="725290" y="1112528"/>
                  </a:lnTo>
                  <a:cubicBezTo>
                    <a:pt x="699144" y="1088585"/>
                    <a:pt x="677368" y="1021560"/>
                    <a:pt x="670832" y="897404"/>
                  </a:cubicBezTo>
                  <a:close/>
                  <a:moveTo>
                    <a:pt x="676104" y="711603"/>
                  </a:moveTo>
                  <a:lnTo>
                    <a:pt x="676104" y="543715"/>
                  </a:lnTo>
                  <a:lnTo>
                    <a:pt x="676104" y="543715"/>
                  </a:lnTo>
                  <a:cubicBezTo>
                    <a:pt x="646564" y="571016"/>
                    <a:pt x="610776" y="581525"/>
                    <a:pt x="532339" y="605468"/>
                  </a:cubicBezTo>
                  <a:cubicBezTo>
                    <a:pt x="384241" y="646853"/>
                    <a:pt x="308006" y="685458"/>
                    <a:pt x="308006" y="783468"/>
                  </a:cubicBezTo>
                  <a:cubicBezTo>
                    <a:pt x="308006" y="870608"/>
                    <a:pt x="369001" y="918494"/>
                    <a:pt x="440865" y="918494"/>
                  </a:cubicBezTo>
                  <a:cubicBezTo>
                    <a:pt x="549782" y="918494"/>
                    <a:pt x="654328" y="837926"/>
                    <a:pt x="676104" y="71156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CAC1D868-C025-A51B-4455-9FDA4AE0F2B7}"/>
                </a:ext>
              </a:extLst>
            </p:cNvPr>
            <p:cNvSpPr/>
            <p:nvPr/>
          </p:nvSpPr>
          <p:spPr>
            <a:xfrm>
              <a:off x="4301487" y="2782401"/>
              <a:ext cx="1066448" cy="1110650"/>
            </a:xfrm>
            <a:custGeom>
              <a:avLst/>
              <a:gdLst>
                <a:gd name="connsiteX0" fmla="*/ 0 w 1066448"/>
                <a:gd name="connsiteY0" fmla="*/ 556390 h 1110650"/>
                <a:gd name="connsiteX1" fmla="*/ 541657 w 1066448"/>
                <a:gd name="connsiteY1" fmla="*/ 0 h 1110650"/>
                <a:gd name="connsiteX2" fmla="*/ 1066448 w 1066448"/>
                <a:gd name="connsiteY2" fmla="*/ 545846 h 1110650"/>
                <a:gd name="connsiteX3" fmla="*/ 526923 w 1066448"/>
                <a:gd name="connsiteY3" fmla="*/ 1110650 h 1110650"/>
                <a:gd name="connsiteX4" fmla="*/ 36 w 1066448"/>
                <a:gd name="connsiteY4" fmla="*/ 556354 h 1110650"/>
                <a:gd name="connsiteX5" fmla="*/ 765051 w 1066448"/>
                <a:gd name="connsiteY5" fmla="*/ 550071 h 1110650"/>
                <a:gd name="connsiteX6" fmla="*/ 537431 w 1066448"/>
                <a:gd name="connsiteY6" fmla="*/ 216569 h 1110650"/>
                <a:gd name="connsiteX7" fmla="*/ 305587 w 1066448"/>
                <a:gd name="connsiteY7" fmla="*/ 547976 h 1110650"/>
                <a:gd name="connsiteX8" fmla="*/ 528981 w 1066448"/>
                <a:gd name="connsiteY8" fmla="*/ 892023 h 1110650"/>
                <a:gd name="connsiteX9" fmla="*/ 765051 w 1066448"/>
                <a:gd name="connsiteY9" fmla="*/ 550071 h 111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6448" h="1110650">
                  <a:moveTo>
                    <a:pt x="0" y="556390"/>
                  </a:moveTo>
                  <a:cubicBezTo>
                    <a:pt x="0" y="238164"/>
                    <a:pt x="198115" y="0"/>
                    <a:pt x="541657" y="0"/>
                  </a:cubicBezTo>
                  <a:cubicBezTo>
                    <a:pt x="885198" y="0"/>
                    <a:pt x="1066448" y="214980"/>
                    <a:pt x="1066448" y="545846"/>
                  </a:cubicBezTo>
                  <a:cubicBezTo>
                    <a:pt x="1066448" y="876711"/>
                    <a:pt x="868333" y="1110650"/>
                    <a:pt x="526923" y="1110650"/>
                  </a:cubicBezTo>
                  <a:cubicBezTo>
                    <a:pt x="185512" y="1110650"/>
                    <a:pt x="36" y="893576"/>
                    <a:pt x="36" y="556354"/>
                  </a:cubicBezTo>
                  <a:close/>
                  <a:moveTo>
                    <a:pt x="765051" y="550071"/>
                  </a:moveTo>
                  <a:cubicBezTo>
                    <a:pt x="765051" y="335091"/>
                    <a:pt x="689177" y="216569"/>
                    <a:pt x="537431" y="216569"/>
                  </a:cubicBezTo>
                  <a:cubicBezTo>
                    <a:pt x="385685" y="216569"/>
                    <a:pt x="305587" y="335127"/>
                    <a:pt x="305587" y="547976"/>
                  </a:cubicBezTo>
                  <a:cubicBezTo>
                    <a:pt x="305587" y="760825"/>
                    <a:pt x="379329" y="892023"/>
                    <a:pt x="528981" y="892023"/>
                  </a:cubicBezTo>
                  <a:cubicBezTo>
                    <a:pt x="678633" y="892023"/>
                    <a:pt x="765051" y="769276"/>
                    <a:pt x="765051" y="55007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C6ECE983-730F-FC4E-B1B0-08206EFE811B}"/>
                </a:ext>
              </a:extLst>
            </p:cNvPr>
            <p:cNvSpPr/>
            <p:nvPr/>
          </p:nvSpPr>
          <p:spPr>
            <a:xfrm>
              <a:off x="6410838" y="2808294"/>
              <a:ext cx="1066231" cy="1086021"/>
            </a:xfrm>
            <a:custGeom>
              <a:avLst/>
              <a:gdLst>
                <a:gd name="connsiteX0" fmla="*/ 0 w 1066231"/>
                <a:gd name="connsiteY0" fmla="*/ 1228 h 1086021"/>
                <a:gd name="connsiteX1" fmla="*/ 283955 w 1066231"/>
                <a:gd name="connsiteY1" fmla="*/ 1228 h 1086021"/>
                <a:gd name="connsiteX2" fmla="*/ 526381 w 1066231"/>
                <a:gd name="connsiteY2" fmla="*/ 790691 h 1086021"/>
                <a:gd name="connsiteX3" fmla="*/ 539381 w 1066231"/>
                <a:gd name="connsiteY3" fmla="*/ 790691 h 1086021"/>
                <a:gd name="connsiteX4" fmla="*/ 777545 w 1066231"/>
                <a:gd name="connsiteY4" fmla="*/ 0 h 1086021"/>
                <a:gd name="connsiteX5" fmla="*/ 1066232 w 1066231"/>
                <a:gd name="connsiteY5" fmla="*/ 0 h 1086021"/>
                <a:gd name="connsiteX6" fmla="*/ 675346 w 1066231"/>
                <a:gd name="connsiteY6" fmla="*/ 1086021 h 1086021"/>
                <a:gd name="connsiteX7" fmla="*/ 394821 w 1066231"/>
                <a:gd name="connsiteY7" fmla="*/ 1084866 h 1086021"/>
                <a:gd name="connsiteX8" fmla="*/ 0 w 1066231"/>
                <a:gd name="connsiteY8" fmla="*/ 1228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31" h="1086021">
                  <a:moveTo>
                    <a:pt x="0" y="1228"/>
                  </a:moveTo>
                  <a:lnTo>
                    <a:pt x="283955" y="1228"/>
                  </a:lnTo>
                  <a:lnTo>
                    <a:pt x="526381" y="790691"/>
                  </a:lnTo>
                  <a:lnTo>
                    <a:pt x="539381" y="790691"/>
                  </a:lnTo>
                  <a:lnTo>
                    <a:pt x="777545" y="0"/>
                  </a:lnTo>
                  <a:lnTo>
                    <a:pt x="1066232" y="0"/>
                  </a:lnTo>
                  <a:lnTo>
                    <a:pt x="675346" y="1086021"/>
                  </a:lnTo>
                  <a:lnTo>
                    <a:pt x="394821" y="1084866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200E2552-1E9C-32B9-33D1-E36B2BC06C71}"/>
                </a:ext>
              </a:extLst>
            </p:cNvPr>
            <p:cNvSpPr/>
            <p:nvPr/>
          </p:nvSpPr>
          <p:spPr>
            <a:xfrm>
              <a:off x="3393430" y="2257682"/>
              <a:ext cx="851865" cy="1636633"/>
            </a:xfrm>
            <a:custGeom>
              <a:avLst/>
              <a:gdLst>
                <a:gd name="connsiteX0" fmla="*/ 561374 w 851865"/>
                <a:gd name="connsiteY0" fmla="*/ 396700 h 1636633"/>
                <a:gd name="connsiteX1" fmla="*/ 717454 w 851865"/>
                <a:gd name="connsiteY1" fmla="*/ 227619 h 1636633"/>
                <a:gd name="connsiteX2" fmla="*/ 851866 w 851865"/>
                <a:gd name="connsiteY2" fmla="*/ 247120 h 1636633"/>
                <a:gd name="connsiteX3" fmla="*/ 851866 w 851865"/>
                <a:gd name="connsiteY3" fmla="*/ 26001 h 1636633"/>
                <a:gd name="connsiteX4" fmla="*/ 648117 w 851865"/>
                <a:gd name="connsiteY4" fmla="*/ 0 h 1636633"/>
                <a:gd name="connsiteX5" fmla="*/ 277419 w 851865"/>
                <a:gd name="connsiteY5" fmla="*/ 381496 h 1636633"/>
                <a:gd name="connsiteX6" fmla="*/ 277419 w 851865"/>
                <a:gd name="connsiteY6" fmla="*/ 550576 h 1636633"/>
                <a:gd name="connsiteX7" fmla="*/ 85226 w 851865"/>
                <a:gd name="connsiteY7" fmla="*/ 550576 h 1636633"/>
                <a:gd name="connsiteX8" fmla="*/ 0 w 851865"/>
                <a:gd name="connsiteY8" fmla="*/ 784696 h 1636633"/>
                <a:gd name="connsiteX9" fmla="*/ 277419 w 851865"/>
                <a:gd name="connsiteY9" fmla="*/ 784696 h 1636633"/>
                <a:gd name="connsiteX10" fmla="*/ 277419 w 851865"/>
                <a:gd name="connsiteY10" fmla="*/ 1636634 h 1636633"/>
                <a:gd name="connsiteX11" fmla="*/ 561410 w 851865"/>
                <a:gd name="connsiteY11" fmla="*/ 1636634 h 1636633"/>
                <a:gd name="connsiteX12" fmla="*/ 561410 w 851865"/>
                <a:gd name="connsiteY12" fmla="*/ 767831 h 1636633"/>
                <a:gd name="connsiteX13" fmla="*/ 552743 w 851865"/>
                <a:gd name="connsiteY13" fmla="*/ 784732 h 1636633"/>
                <a:gd name="connsiteX14" fmla="*/ 822650 w 851865"/>
                <a:gd name="connsiteY14" fmla="*/ 784732 h 1636633"/>
                <a:gd name="connsiteX15" fmla="*/ 822650 w 851865"/>
                <a:gd name="connsiteY15" fmla="*/ 550612 h 1636633"/>
                <a:gd name="connsiteX16" fmla="*/ 552743 w 851865"/>
                <a:gd name="connsiteY16" fmla="*/ 550612 h 1636633"/>
                <a:gd name="connsiteX17" fmla="*/ 561410 w 851865"/>
                <a:gd name="connsiteY17" fmla="*/ 585281 h 1636633"/>
                <a:gd name="connsiteX18" fmla="*/ 561410 w 851865"/>
                <a:gd name="connsiteY18" fmla="*/ 396700 h 163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1865" h="1636633">
                  <a:moveTo>
                    <a:pt x="561374" y="396700"/>
                  </a:moveTo>
                  <a:cubicBezTo>
                    <a:pt x="561374" y="273157"/>
                    <a:pt x="602543" y="227619"/>
                    <a:pt x="717454" y="227619"/>
                  </a:cubicBezTo>
                  <a:cubicBezTo>
                    <a:pt x="769492" y="227619"/>
                    <a:pt x="814995" y="236286"/>
                    <a:pt x="851866" y="247120"/>
                  </a:cubicBezTo>
                  <a:lnTo>
                    <a:pt x="851866" y="26001"/>
                  </a:lnTo>
                  <a:cubicBezTo>
                    <a:pt x="810697" y="15167"/>
                    <a:pt x="758658" y="0"/>
                    <a:pt x="648117" y="0"/>
                  </a:cubicBezTo>
                  <a:cubicBezTo>
                    <a:pt x="403164" y="0"/>
                    <a:pt x="277419" y="145246"/>
                    <a:pt x="277419" y="381496"/>
                  </a:cubicBezTo>
                  <a:lnTo>
                    <a:pt x="277419" y="550576"/>
                  </a:lnTo>
                  <a:lnTo>
                    <a:pt x="85226" y="550576"/>
                  </a:lnTo>
                  <a:lnTo>
                    <a:pt x="0" y="784696"/>
                  </a:lnTo>
                  <a:lnTo>
                    <a:pt x="277419" y="784696"/>
                  </a:lnTo>
                  <a:lnTo>
                    <a:pt x="277419" y="1636634"/>
                  </a:lnTo>
                  <a:lnTo>
                    <a:pt x="561410" y="1636634"/>
                  </a:lnTo>
                  <a:lnTo>
                    <a:pt x="561410" y="767831"/>
                  </a:lnTo>
                  <a:lnTo>
                    <a:pt x="552743" y="784732"/>
                  </a:lnTo>
                  <a:lnTo>
                    <a:pt x="822650" y="784732"/>
                  </a:lnTo>
                  <a:lnTo>
                    <a:pt x="822650" y="550612"/>
                  </a:lnTo>
                  <a:lnTo>
                    <a:pt x="552743" y="550612"/>
                  </a:lnTo>
                  <a:lnTo>
                    <a:pt x="561410" y="585281"/>
                  </a:lnTo>
                  <a:lnTo>
                    <a:pt x="561410" y="39670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BDACA9BE-A381-2505-E910-39386E418AF7}"/>
                </a:ext>
              </a:extLst>
            </p:cNvPr>
            <p:cNvSpPr/>
            <p:nvPr/>
          </p:nvSpPr>
          <p:spPr>
            <a:xfrm>
              <a:off x="5437019" y="2809522"/>
              <a:ext cx="840273" cy="1083529"/>
            </a:xfrm>
            <a:custGeom>
              <a:avLst/>
              <a:gdLst>
                <a:gd name="connsiteX0" fmla="*/ 826190 w 840273"/>
                <a:gd name="connsiteY0" fmla="*/ 2492 h 1083529"/>
                <a:gd name="connsiteX1" fmla="*/ 462100 w 840273"/>
                <a:gd name="connsiteY1" fmla="*/ 341700 h 1083529"/>
                <a:gd name="connsiteX2" fmla="*/ 453108 w 840273"/>
                <a:gd name="connsiteY2" fmla="*/ 341772 h 1083529"/>
                <a:gd name="connsiteX3" fmla="*/ 464158 w 840273"/>
                <a:gd name="connsiteY3" fmla="*/ 154780 h 1083529"/>
                <a:gd name="connsiteX4" fmla="*/ 463870 w 840273"/>
                <a:gd name="connsiteY4" fmla="*/ 0 h 1083529"/>
                <a:gd name="connsiteX5" fmla="*/ 82410 w 840273"/>
                <a:gd name="connsiteY5" fmla="*/ 0 h 1083529"/>
                <a:gd name="connsiteX6" fmla="*/ 0 w 840273"/>
                <a:gd name="connsiteY6" fmla="*/ 224875 h 1083529"/>
                <a:gd name="connsiteX7" fmla="*/ 212849 w 840273"/>
                <a:gd name="connsiteY7" fmla="*/ 224875 h 1083529"/>
                <a:gd name="connsiteX8" fmla="*/ 212849 w 840273"/>
                <a:gd name="connsiteY8" fmla="*/ 1083530 h 1083529"/>
                <a:gd name="connsiteX9" fmla="*/ 488535 w 840273"/>
                <a:gd name="connsiteY9" fmla="*/ 1083530 h 1083529"/>
                <a:gd name="connsiteX10" fmla="*/ 488535 w 840273"/>
                <a:gd name="connsiteY10" fmla="*/ 684266 h 1083529"/>
                <a:gd name="connsiteX11" fmla="*/ 760970 w 840273"/>
                <a:gd name="connsiteY11" fmla="*/ 332708 h 1083529"/>
                <a:gd name="connsiteX12" fmla="*/ 840274 w 840273"/>
                <a:gd name="connsiteY12" fmla="*/ 332708 h 1083529"/>
                <a:gd name="connsiteX13" fmla="*/ 840274 w 840273"/>
                <a:gd name="connsiteY13" fmla="*/ 2456 h 1083529"/>
                <a:gd name="connsiteX14" fmla="*/ 826153 w 840273"/>
                <a:gd name="connsiteY14" fmla="*/ 2456 h 108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0273" h="1083529">
                  <a:moveTo>
                    <a:pt x="826190" y="2492"/>
                  </a:moveTo>
                  <a:cubicBezTo>
                    <a:pt x="640786" y="2492"/>
                    <a:pt x="490918" y="119786"/>
                    <a:pt x="462100" y="341700"/>
                  </a:cubicBezTo>
                  <a:lnTo>
                    <a:pt x="453108" y="341772"/>
                  </a:lnTo>
                  <a:lnTo>
                    <a:pt x="464158" y="154780"/>
                  </a:lnTo>
                  <a:lnTo>
                    <a:pt x="463870" y="0"/>
                  </a:lnTo>
                  <a:lnTo>
                    <a:pt x="82410" y="0"/>
                  </a:lnTo>
                  <a:lnTo>
                    <a:pt x="0" y="224875"/>
                  </a:lnTo>
                  <a:lnTo>
                    <a:pt x="212849" y="224875"/>
                  </a:lnTo>
                  <a:lnTo>
                    <a:pt x="212849" y="1083530"/>
                  </a:lnTo>
                  <a:lnTo>
                    <a:pt x="488535" y="1083530"/>
                  </a:lnTo>
                  <a:lnTo>
                    <a:pt x="488535" y="684266"/>
                  </a:lnTo>
                  <a:cubicBezTo>
                    <a:pt x="488535" y="440432"/>
                    <a:pt x="517894" y="332708"/>
                    <a:pt x="760970" y="332708"/>
                  </a:cubicBezTo>
                  <a:lnTo>
                    <a:pt x="840274" y="332708"/>
                  </a:lnTo>
                  <a:lnTo>
                    <a:pt x="840274" y="2456"/>
                  </a:lnTo>
                  <a:lnTo>
                    <a:pt x="826153" y="2456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3D104A1-DEC7-EC54-F9D5-518BC3512064}"/>
                </a:ext>
              </a:extLst>
            </p:cNvPr>
            <p:cNvSpPr/>
            <p:nvPr/>
          </p:nvSpPr>
          <p:spPr>
            <a:xfrm>
              <a:off x="7188817" y="4190765"/>
              <a:ext cx="848471" cy="1094074"/>
            </a:xfrm>
            <a:custGeom>
              <a:avLst/>
              <a:gdLst>
                <a:gd name="connsiteX0" fmla="*/ 834171 w 848471"/>
                <a:gd name="connsiteY0" fmla="*/ 2528 h 1094074"/>
                <a:gd name="connsiteX1" fmla="*/ 466542 w 848471"/>
                <a:gd name="connsiteY1" fmla="*/ 345022 h 1094074"/>
                <a:gd name="connsiteX2" fmla="*/ 457478 w 848471"/>
                <a:gd name="connsiteY2" fmla="*/ 345094 h 1094074"/>
                <a:gd name="connsiteX3" fmla="*/ 468636 w 848471"/>
                <a:gd name="connsiteY3" fmla="*/ 156296 h 1094074"/>
                <a:gd name="connsiteX4" fmla="*/ 468348 w 848471"/>
                <a:gd name="connsiteY4" fmla="*/ 0 h 1094074"/>
                <a:gd name="connsiteX5" fmla="*/ 83204 w 848471"/>
                <a:gd name="connsiteY5" fmla="*/ 0 h 1094074"/>
                <a:gd name="connsiteX6" fmla="*/ 0 w 848471"/>
                <a:gd name="connsiteY6" fmla="*/ 227078 h 1094074"/>
                <a:gd name="connsiteX7" fmla="*/ 214944 w 848471"/>
                <a:gd name="connsiteY7" fmla="*/ 227078 h 1094074"/>
                <a:gd name="connsiteX8" fmla="*/ 214944 w 848471"/>
                <a:gd name="connsiteY8" fmla="*/ 1094075 h 1094074"/>
                <a:gd name="connsiteX9" fmla="*/ 493302 w 848471"/>
                <a:gd name="connsiteY9" fmla="*/ 1094075 h 1094074"/>
                <a:gd name="connsiteX10" fmla="*/ 493302 w 848471"/>
                <a:gd name="connsiteY10" fmla="*/ 690911 h 1094074"/>
                <a:gd name="connsiteX11" fmla="*/ 768409 w 848471"/>
                <a:gd name="connsiteY11" fmla="*/ 335958 h 1094074"/>
                <a:gd name="connsiteX12" fmla="*/ 848471 w 848471"/>
                <a:gd name="connsiteY12" fmla="*/ 335958 h 1094074"/>
                <a:gd name="connsiteX13" fmla="*/ 848471 w 848471"/>
                <a:gd name="connsiteY13" fmla="*/ 2528 h 1094074"/>
                <a:gd name="connsiteX14" fmla="*/ 834207 w 848471"/>
                <a:gd name="connsiteY14" fmla="*/ 2528 h 109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8471" h="1094074">
                  <a:moveTo>
                    <a:pt x="834171" y="2528"/>
                  </a:moveTo>
                  <a:cubicBezTo>
                    <a:pt x="646962" y="2528"/>
                    <a:pt x="495649" y="120942"/>
                    <a:pt x="466542" y="345022"/>
                  </a:cubicBezTo>
                  <a:lnTo>
                    <a:pt x="457478" y="345094"/>
                  </a:lnTo>
                  <a:lnTo>
                    <a:pt x="468636" y="156296"/>
                  </a:lnTo>
                  <a:lnTo>
                    <a:pt x="468348" y="0"/>
                  </a:lnTo>
                  <a:lnTo>
                    <a:pt x="83204" y="0"/>
                  </a:lnTo>
                  <a:lnTo>
                    <a:pt x="0" y="227078"/>
                  </a:lnTo>
                  <a:lnTo>
                    <a:pt x="214944" y="227078"/>
                  </a:lnTo>
                  <a:lnTo>
                    <a:pt x="214944" y="1094075"/>
                  </a:lnTo>
                  <a:lnTo>
                    <a:pt x="493302" y="1094075"/>
                  </a:lnTo>
                  <a:lnTo>
                    <a:pt x="493302" y="690911"/>
                  </a:lnTo>
                  <a:cubicBezTo>
                    <a:pt x="493302" y="444730"/>
                    <a:pt x="522950" y="335958"/>
                    <a:pt x="768409" y="335958"/>
                  </a:cubicBezTo>
                  <a:lnTo>
                    <a:pt x="848471" y="335958"/>
                  </a:lnTo>
                  <a:lnTo>
                    <a:pt x="848471" y="2528"/>
                  </a:lnTo>
                  <a:lnTo>
                    <a:pt x="834207" y="25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0D844CD5-2673-2BB5-ED19-BB47A966A72D}"/>
                </a:ext>
              </a:extLst>
            </p:cNvPr>
            <p:cNvSpPr/>
            <p:nvPr/>
          </p:nvSpPr>
          <p:spPr>
            <a:xfrm>
              <a:off x="7359955" y="2808294"/>
              <a:ext cx="682026" cy="1086021"/>
            </a:xfrm>
            <a:custGeom>
              <a:avLst/>
              <a:gdLst>
                <a:gd name="connsiteX0" fmla="*/ 0 w 682026"/>
                <a:gd name="connsiteY0" fmla="*/ 1086021 h 1086021"/>
                <a:gd name="connsiteX1" fmla="*/ 286772 w 682026"/>
                <a:gd name="connsiteY1" fmla="*/ 1086021 h 1086021"/>
                <a:gd name="connsiteX2" fmla="*/ 682027 w 682026"/>
                <a:gd name="connsiteY2" fmla="*/ 0 h 1086021"/>
                <a:gd name="connsiteX3" fmla="*/ 395291 w 682026"/>
                <a:gd name="connsiteY3" fmla="*/ 0 h 1086021"/>
                <a:gd name="connsiteX4" fmla="*/ 0 w 682026"/>
                <a:gd name="connsiteY4" fmla="*/ 1086021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026" h="1086021">
                  <a:moveTo>
                    <a:pt x="0" y="1086021"/>
                  </a:moveTo>
                  <a:lnTo>
                    <a:pt x="286772" y="1086021"/>
                  </a:lnTo>
                  <a:lnTo>
                    <a:pt x="682027" y="0"/>
                  </a:lnTo>
                  <a:lnTo>
                    <a:pt x="395291" y="0"/>
                  </a:lnTo>
                  <a:lnTo>
                    <a:pt x="0" y="1086021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87147903-333E-7FF5-9A0D-B3D33B70F404}"/>
                </a:ext>
              </a:extLst>
            </p:cNvPr>
            <p:cNvSpPr/>
            <p:nvPr/>
          </p:nvSpPr>
          <p:spPr>
            <a:xfrm>
              <a:off x="3838015" y="4167870"/>
              <a:ext cx="1029649" cy="1116969"/>
            </a:xfrm>
            <a:custGeom>
              <a:avLst/>
              <a:gdLst>
                <a:gd name="connsiteX0" fmla="*/ 671879 w 1029649"/>
                <a:gd name="connsiteY0" fmla="*/ 898668 h 1116969"/>
                <a:gd name="connsiteX1" fmla="*/ 329385 w 1029649"/>
                <a:gd name="connsiteY1" fmla="*/ 1116970 h 1116969"/>
                <a:gd name="connsiteX2" fmla="*/ 0 w 1029649"/>
                <a:gd name="connsiteY2" fmla="*/ 837601 h 1116969"/>
                <a:gd name="connsiteX3" fmla="*/ 390452 w 1029649"/>
                <a:gd name="connsiteY3" fmla="*/ 499477 h 1116969"/>
                <a:gd name="connsiteX4" fmla="*/ 669676 w 1029649"/>
                <a:gd name="connsiteY4" fmla="*/ 416598 h 1116969"/>
                <a:gd name="connsiteX5" fmla="*/ 669676 w 1029649"/>
                <a:gd name="connsiteY5" fmla="*/ 392619 h 1116969"/>
                <a:gd name="connsiteX6" fmla="*/ 484273 w 1029649"/>
                <a:gd name="connsiteY6" fmla="*/ 224658 h 1116969"/>
                <a:gd name="connsiteX7" fmla="*/ 235600 w 1029649"/>
                <a:gd name="connsiteY7" fmla="*/ 383916 h 1116969"/>
                <a:gd name="connsiteX8" fmla="*/ 8739 w 1029649"/>
                <a:gd name="connsiteY8" fmla="*/ 261746 h 1116969"/>
                <a:gd name="connsiteX9" fmla="*/ 514825 w 1029649"/>
                <a:gd name="connsiteY9" fmla="*/ 0 h 1116969"/>
                <a:gd name="connsiteX10" fmla="*/ 966379 w 1029649"/>
                <a:gd name="connsiteY10" fmla="*/ 410097 h 1116969"/>
                <a:gd name="connsiteX11" fmla="*/ 966379 w 1029649"/>
                <a:gd name="connsiteY11" fmla="*/ 763498 h 1116969"/>
                <a:gd name="connsiteX12" fmla="*/ 1029649 w 1029649"/>
                <a:gd name="connsiteY12" fmla="*/ 1114189 h 1116969"/>
                <a:gd name="connsiteX13" fmla="*/ 726446 w 1029649"/>
                <a:gd name="connsiteY13" fmla="*/ 1114189 h 1116969"/>
                <a:gd name="connsiteX14" fmla="*/ 671915 w 1029649"/>
                <a:gd name="connsiteY14" fmla="*/ 898740 h 1116969"/>
                <a:gd name="connsiteX15" fmla="*/ 677152 w 1029649"/>
                <a:gd name="connsiteY15" fmla="*/ 712615 h 1116969"/>
                <a:gd name="connsiteX16" fmla="*/ 677152 w 1029649"/>
                <a:gd name="connsiteY16" fmla="*/ 544473 h 1116969"/>
                <a:gd name="connsiteX17" fmla="*/ 677152 w 1029649"/>
                <a:gd name="connsiteY17" fmla="*/ 544473 h 1116969"/>
                <a:gd name="connsiteX18" fmla="*/ 533170 w 1029649"/>
                <a:gd name="connsiteY18" fmla="*/ 606334 h 1116969"/>
                <a:gd name="connsiteX19" fmla="*/ 308476 w 1029649"/>
                <a:gd name="connsiteY19" fmla="*/ 784588 h 1116969"/>
                <a:gd name="connsiteX20" fmla="*/ 441552 w 1029649"/>
                <a:gd name="connsiteY20" fmla="*/ 919830 h 1116969"/>
                <a:gd name="connsiteX21" fmla="*/ 677152 w 1029649"/>
                <a:gd name="connsiteY21" fmla="*/ 712615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9649" h="1116969">
                  <a:moveTo>
                    <a:pt x="671879" y="898668"/>
                  </a:moveTo>
                  <a:cubicBezTo>
                    <a:pt x="621068" y="1043155"/>
                    <a:pt x="486476" y="1116970"/>
                    <a:pt x="329385" y="1116970"/>
                  </a:cubicBezTo>
                  <a:cubicBezTo>
                    <a:pt x="119967" y="1116970"/>
                    <a:pt x="0" y="1018635"/>
                    <a:pt x="0" y="837601"/>
                  </a:cubicBezTo>
                  <a:cubicBezTo>
                    <a:pt x="0" y="630350"/>
                    <a:pt x="163591" y="545304"/>
                    <a:pt x="390452" y="499477"/>
                  </a:cubicBezTo>
                  <a:cubicBezTo>
                    <a:pt x="578058" y="460222"/>
                    <a:pt x="660937" y="440577"/>
                    <a:pt x="669676" y="416598"/>
                  </a:cubicBezTo>
                  <a:lnTo>
                    <a:pt x="669676" y="392619"/>
                  </a:lnTo>
                  <a:cubicBezTo>
                    <a:pt x="669676" y="287928"/>
                    <a:pt x="617313" y="224658"/>
                    <a:pt x="484273" y="224658"/>
                  </a:cubicBezTo>
                  <a:cubicBezTo>
                    <a:pt x="351233" y="224658"/>
                    <a:pt x="270485" y="303167"/>
                    <a:pt x="235600" y="383916"/>
                  </a:cubicBezTo>
                  <a:lnTo>
                    <a:pt x="8739" y="261746"/>
                  </a:lnTo>
                  <a:cubicBezTo>
                    <a:pt x="87285" y="100321"/>
                    <a:pt x="279224" y="0"/>
                    <a:pt x="514825" y="0"/>
                  </a:cubicBezTo>
                  <a:cubicBezTo>
                    <a:pt x="822398" y="0"/>
                    <a:pt x="966379" y="143982"/>
                    <a:pt x="966379" y="410097"/>
                  </a:cubicBezTo>
                  <a:lnTo>
                    <a:pt x="966379" y="763498"/>
                  </a:lnTo>
                  <a:cubicBezTo>
                    <a:pt x="966379" y="990358"/>
                    <a:pt x="992561" y="1083674"/>
                    <a:pt x="1029649" y="1114189"/>
                  </a:cubicBezTo>
                  <a:lnTo>
                    <a:pt x="726446" y="1114189"/>
                  </a:lnTo>
                  <a:cubicBezTo>
                    <a:pt x="700264" y="1090210"/>
                    <a:pt x="678452" y="1023077"/>
                    <a:pt x="671915" y="898740"/>
                  </a:cubicBezTo>
                  <a:close/>
                  <a:moveTo>
                    <a:pt x="677152" y="712615"/>
                  </a:moveTo>
                  <a:lnTo>
                    <a:pt x="677152" y="544473"/>
                  </a:lnTo>
                  <a:lnTo>
                    <a:pt x="677152" y="544473"/>
                  </a:lnTo>
                  <a:cubicBezTo>
                    <a:pt x="647575" y="571811"/>
                    <a:pt x="611715" y="582356"/>
                    <a:pt x="533170" y="606334"/>
                  </a:cubicBezTo>
                  <a:cubicBezTo>
                    <a:pt x="384855" y="647792"/>
                    <a:pt x="308476" y="686433"/>
                    <a:pt x="308476" y="784588"/>
                  </a:cubicBezTo>
                  <a:cubicBezTo>
                    <a:pt x="308476" y="871836"/>
                    <a:pt x="369543" y="919830"/>
                    <a:pt x="441552" y="919830"/>
                  </a:cubicBezTo>
                  <a:cubicBezTo>
                    <a:pt x="550612" y="919830"/>
                    <a:pt x="655340" y="839118"/>
                    <a:pt x="677152" y="71261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0DDC95B2-1245-F337-F5D7-089315CBDB93}"/>
                </a:ext>
              </a:extLst>
            </p:cNvPr>
            <p:cNvSpPr/>
            <p:nvPr/>
          </p:nvSpPr>
          <p:spPr>
            <a:xfrm>
              <a:off x="8099474" y="4191379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7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6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7"/>
                    <a:pt x="438410" y="1100177"/>
                  </a:cubicBezTo>
                  <a:cubicBezTo>
                    <a:pt x="257159" y="1100177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D6EF3362-6B4C-49F9-A5E8-F67E6103FCDB}"/>
                </a:ext>
              </a:extLst>
            </p:cNvPr>
            <p:cNvSpPr/>
            <p:nvPr/>
          </p:nvSpPr>
          <p:spPr>
            <a:xfrm>
              <a:off x="8099474" y="2807536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8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7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8"/>
                    <a:pt x="438410" y="1100178"/>
                  </a:cubicBezTo>
                  <a:cubicBezTo>
                    <a:pt x="257159" y="1100178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5A7F88A-1651-8BFD-27CB-B5C599522A12}"/>
              </a:ext>
            </a:extLst>
          </p:cNvPr>
          <p:cNvSpPr txBox="1"/>
          <p:nvPr userDrawn="1"/>
        </p:nvSpPr>
        <p:spPr>
          <a:xfrm>
            <a:off x="304799" y="4536000"/>
            <a:ext cx="5791201" cy="1137600"/>
          </a:xfrm>
          <a:prstGeom prst="rect">
            <a:avLst/>
          </a:prstGeom>
          <a:noFill/>
        </p:spPr>
        <p:txBody>
          <a:bodyPr wrap="square" lIns="0" tIns="0" rIns="0" bIns="0" numCol="1" spcCol="14400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00" kern="100" spc="-10" baseline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The contents of this document are confidential and not for distribution to anyone other than the recipients. Disclosure to third parties cannot be made without the prior written consent of </a:t>
            </a:r>
            <a:r>
              <a:rPr lang="en-US" sz="1000" kern="100" spc="-10" baseline="0" err="1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Forvis</a:t>
            </a:r>
            <a:r>
              <a:rPr lang="en-US" sz="1000" kern="100" spc="-10" baseline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Mazars.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39363C5-BC1A-7C69-B926-376D151B8734}"/>
              </a:ext>
            </a:extLst>
          </p:cNvPr>
          <p:cNvSpPr txBox="1"/>
          <p:nvPr userDrawn="1"/>
        </p:nvSpPr>
        <p:spPr>
          <a:xfrm>
            <a:off x="315558" y="1779410"/>
            <a:ext cx="5791200" cy="1123384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lvl="0"/>
            <a:r>
              <a:rPr lang="de-DE" sz="1400">
                <a:solidFill>
                  <a:schemeClr val="bg1"/>
                </a:solidFill>
              </a:rPr>
              <a:t>Forvis Mazars GmbH &amp; Co. KG</a:t>
            </a:r>
            <a:br>
              <a:rPr lang="de-DE" sz="1400">
                <a:solidFill>
                  <a:schemeClr val="bg1"/>
                </a:solidFill>
              </a:rPr>
            </a:br>
            <a:r>
              <a:rPr lang="de-DE" sz="1400">
                <a:solidFill>
                  <a:schemeClr val="bg1"/>
                </a:solidFill>
              </a:rPr>
              <a:t>Wirtschaftsprüfungsgesellschaft</a:t>
            </a:r>
            <a:br>
              <a:rPr lang="de-DE" sz="1400">
                <a:solidFill>
                  <a:schemeClr val="bg1"/>
                </a:solidFill>
              </a:rPr>
            </a:br>
            <a:r>
              <a:rPr lang="de-DE" sz="1400">
                <a:solidFill>
                  <a:schemeClr val="bg1"/>
                </a:solidFill>
              </a:rPr>
              <a:t>Steuerberatungsgesellschaft</a:t>
            </a:r>
          </a:p>
          <a:p>
            <a:pPr lvl="0"/>
            <a:r>
              <a:rPr lang="de-DE" sz="1400">
                <a:solidFill>
                  <a:schemeClr val="bg1"/>
                </a:solidFill>
              </a:rPr>
              <a:t>Domstra</a:t>
            </a:r>
            <a:r>
              <a:rPr lang="de-DE" sz="1400">
                <a:solidFill>
                  <a:schemeClr val="bg1"/>
                </a:solidFill>
                <a:cs typeface="Arial"/>
              </a:rPr>
              <a:t>ß</a:t>
            </a:r>
            <a:r>
              <a:rPr lang="de-DE" sz="1400">
                <a:solidFill>
                  <a:schemeClr val="bg1"/>
                </a:solidFill>
              </a:rPr>
              <a:t>e 15 | 20095 Hamburg</a:t>
            </a:r>
            <a:br>
              <a:rPr lang="de-DE" sz="1400">
                <a:solidFill>
                  <a:schemeClr val="bg1"/>
                </a:solidFill>
              </a:rPr>
            </a:br>
            <a:r>
              <a:rPr lang="de-DE" sz="1400">
                <a:solidFill>
                  <a:schemeClr val="bg1"/>
                </a:solidFill>
              </a:rPr>
              <a:t>Tel: +49 40 288 01 0 </a:t>
            </a:r>
          </a:p>
        </p:txBody>
      </p:sp>
    </p:spTree>
    <p:extLst>
      <p:ext uri="{BB962C8B-B14F-4D97-AF65-F5344CB8AC3E}">
        <p14:creationId xmlns:p14="http://schemas.microsoft.com/office/powerpoint/2010/main" val="32539274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4170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utro - indigo background (DE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D19440D8-36C8-9F20-5BE6-5D024AE51BA0}"/>
              </a:ext>
            </a:extLst>
          </p:cNvPr>
          <p:cNvSpPr txBox="1"/>
          <p:nvPr userDrawn="1"/>
        </p:nvSpPr>
        <p:spPr>
          <a:xfrm>
            <a:off x="304800" y="298800"/>
            <a:ext cx="1061188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 err="1">
                <a:solidFill>
                  <a:schemeClr val="bg1"/>
                </a:solidFill>
              </a:rPr>
              <a:t>Kontakt</a:t>
            </a:r>
            <a:endParaRPr lang="en-GB" sz="240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54649-4A4B-29E4-6982-D75D679FBBB3}"/>
              </a:ext>
            </a:extLst>
          </p:cNvPr>
          <p:cNvSpPr txBox="1"/>
          <p:nvPr userDrawn="1"/>
        </p:nvSpPr>
        <p:spPr>
          <a:xfrm>
            <a:off x="304800" y="1260000"/>
            <a:ext cx="326886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GB" b="1" err="1">
                <a:solidFill>
                  <a:schemeClr val="bg1"/>
                </a:solidFill>
              </a:rPr>
              <a:t>Forvis</a:t>
            </a:r>
            <a:r>
              <a:rPr lang="en-GB" b="1">
                <a:solidFill>
                  <a:schemeClr val="bg1"/>
                </a:solidFill>
              </a:rPr>
              <a:t> Mazars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0646158-6A81-A2DD-C44D-921AE4DD9EC2}"/>
              </a:ext>
            </a:extLst>
          </p:cNvPr>
          <p:cNvSpPr txBox="1">
            <a:spLocks/>
          </p:cNvSpPr>
          <p:nvPr userDrawn="1"/>
        </p:nvSpPr>
        <p:spPr>
          <a:xfrm>
            <a:off x="304799" y="5585255"/>
            <a:ext cx="3268869" cy="270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noProof="0">
                <a:solidFill>
                  <a:schemeClr val="bg1"/>
                </a:solidFill>
              </a:rPr>
              <a:t>© Forvis Mazars 2026.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9062D-C241-7766-3A4A-20ED6C84594E}"/>
              </a:ext>
            </a:extLst>
          </p:cNvPr>
          <p:cNvSpPr txBox="1"/>
          <p:nvPr userDrawn="1"/>
        </p:nvSpPr>
        <p:spPr>
          <a:xfrm>
            <a:off x="-6392332" y="30480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Bitte halten Sie sich an folgende Anweisungen, wenn Sie diese Folienvorlage verwenden: </a:t>
            </a:r>
          </a:p>
          <a:p>
            <a:b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</a:b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Sie haben die Möglichkeit, eine andere Farbe für den Hintergrund der Deckblätter, der Trennfolien und der Abschlussfolien aus den folgenden Optionen zu wählen:</a:t>
            </a:r>
          </a:p>
          <a:p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Weiß</a:t>
            </a: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Indigo </a:t>
            </a:r>
            <a:r>
              <a:rPr lang="de-DE" sz="1200" i="1" err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Dye</a:t>
            </a:r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- True Blue oder eine beliebige Farbe aus der "Vision"-Farbpalette </a:t>
            </a: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(siehe Folie 2).</a:t>
            </a:r>
            <a:endParaRPr lang="en-US" sz="120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7AD47946-C9B9-E31F-AA8E-142F356B056B}"/>
              </a:ext>
            </a:extLst>
          </p:cNvPr>
          <p:cNvSpPr txBox="1"/>
          <p:nvPr userDrawn="1"/>
        </p:nvSpPr>
        <p:spPr>
          <a:xfrm>
            <a:off x="7360824" y="298800"/>
            <a:ext cx="1496051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Follow us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F341EB96-C1CB-B13A-C2B9-E785E7516043}"/>
              </a:ext>
            </a:extLst>
          </p:cNvPr>
          <p:cNvSpPr txBox="1"/>
          <p:nvPr userDrawn="1"/>
        </p:nvSpPr>
        <p:spPr>
          <a:xfrm>
            <a:off x="7360824" y="1258888"/>
            <a:ext cx="4531139" cy="30777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LinkedIn: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Xing: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Facebook: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Instagram: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endParaRPr lang="en-GB" sz="1400" b="1">
              <a:solidFill>
                <a:schemeClr val="bg1"/>
              </a:solidFill>
            </a:endParaRPr>
          </a:p>
          <a:p>
            <a:r>
              <a:rPr lang="de-DE" sz="1400" b="1">
                <a:solidFill>
                  <a:schemeClr val="bg1"/>
                </a:solidFill>
              </a:rPr>
              <a:t>Weitere Informationen finden Sie unter www.forvismazars.com/de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63177995-AA4B-BE55-4609-FD89423F481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811963" y="6165234"/>
            <a:ext cx="1080000" cy="453765"/>
            <a:chOff x="1721984" y="2257682"/>
            <a:chExt cx="7247953" cy="3045250"/>
          </a:xfrm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ADFEB1A6-63BD-B687-91CF-C467209666D2}"/>
                </a:ext>
              </a:extLst>
            </p:cNvPr>
            <p:cNvSpPr/>
            <p:nvPr/>
          </p:nvSpPr>
          <p:spPr>
            <a:xfrm>
              <a:off x="1721984" y="4167798"/>
              <a:ext cx="1948179" cy="1135134"/>
            </a:xfrm>
            <a:custGeom>
              <a:avLst/>
              <a:gdLst>
                <a:gd name="connsiteX0" fmla="*/ 1948179 w 1948179"/>
                <a:gd name="connsiteY0" fmla="*/ 391066 h 1135134"/>
                <a:gd name="connsiteX1" fmla="*/ 1641834 w 1948179"/>
                <a:gd name="connsiteY1" fmla="*/ 0 h 1135134"/>
                <a:gd name="connsiteX2" fmla="*/ 1272508 w 1948179"/>
                <a:gd name="connsiteY2" fmla="*/ 302012 h 1135134"/>
                <a:gd name="connsiteX3" fmla="*/ 1257305 w 1948179"/>
                <a:gd name="connsiteY3" fmla="*/ 302012 h 1135134"/>
                <a:gd name="connsiteX4" fmla="*/ 955329 w 1948179"/>
                <a:gd name="connsiteY4" fmla="*/ 0 h 1135134"/>
                <a:gd name="connsiteX5" fmla="*/ 581633 w 1948179"/>
                <a:gd name="connsiteY5" fmla="*/ 312846 h 1135134"/>
                <a:gd name="connsiteX6" fmla="*/ 566177 w 1948179"/>
                <a:gd name="connsiteY6" fmla="*/ 312846 h 1135134"/>
                <a:gd name="connsiteX7" fmla="*/ 333646 w 1948179"/>
                <a:gd name="connsiteY7" fmla="*/ 28240 h 1135134"/>
                <a:gd name="connsiteX8" fmla="*/ 223972 w 1948179"/>
                <a:gd name="connsiteY8" fmla="*/ 10870 h 1135134"/>
                <a:gd name="connsiteX9" fmla="*/ 0 w 1948179"/>
                <a:gd name="connsiteY9" fmla="*/ 10870 h 1135134"/>
                <a:gd name="connsiteX10" fmla="*/ 0 w 1948179"/>
                <a:gd name="connsiteY10" fmla="*/ 257990 h 1135134"/>
                <a:gd name="connsiteX11" fmla="*/ 283991 w 1948179"/>
                <a:gd name="connsiteY11" fmla="*/ 258099 h 1135134"/>
                <a:gd name="connsiteX12" fmla="*/ 283991 w 1948179"/>
                <a:gd name="connsiteY12" fmla="*/ 1116717 h 1135134"/>
                <a:gd name="connsiteX13" fmla="*/ 585967 w 1948179"/>
                <a:gd name="connsiteY13" fmla="*/ 1116717 h 1135134"/>
                <a:gd name="connsiteX14" fmla="*/ 585967 w 1948179"/>
                <a:gd name="connsiteY14" fmla="*/ 562710 h 1135134"/>
                <a:gd name="connsiteX15" fmla="*/ 597342 w 1948179"/>
                <a:gd name="connsiteY15" fmla="*/ 466506 h 1135134"/>
                <a:gd name="connsiteX16" fmla="*/ 820592 w 1948179"/>
                <a:gd name="connsiteY16" fmla="*/ 254198 h 1135134"/>
                <a:gd name="connsiteX17" fmla="*/ 968330 w 1948179"/>
                <a:gd name="connsiteY17" fmla="*/ 473656 h 1135134"/>
                <a:gd name="connsiteX18" fmla="*/ 968330 w 1948179"/>
                <a:gd name="connsiteY18" fmla="*/ 1116753 h 1135134"/>
                <a:gd name="connsiteX19" fmla="*/ 1270305 w 1948179"/>
                <a:gd name="connsiteY19" fmla="*/ 1116753 h 1135134"/>
                <a:gd name="connsiteX20" fmla="*/ 1270305 w 1948179"/>
                <a:gd name="connsiteY20" fmla="*/ 549710 h 1135134"/>
                <a:gd name="connsiteX21" fmla="*/ 1511467 w 1948179"/>
                <a:gd name="connsiteY21" fmla="*/ 254234 h 1135134"/>
                <a:gd name="connsiteX22" fmla="*/ 1644001 w 1948179"/>
                <a:gd name="connsiteY22" fmla="*/ 473692 h 1135134"/>
                <a:gd name="connsiteX23" fmla="*/ 1644001 w 1948179"/>
                <a:gd name="connsiteY23" fmla="*/ 833231 h 1135134"/>
                <a:gd name="connsiteX24" fmla="*/ 1948179 w 1948179"/>
                <a:gd name="connsiteY24" fmla="*/ 1135135 h 1135134"/>
                <a:gd name="connsiteX25" fmla="*/ 1948179 w 1948179"/>
                <a:gd name="connsiteY25" fmla="*/ 391102 h 113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179" h="1135134">
                  <a:moveTo>
                    <a:pt x="1948179" y="391066"/>
                  </a:moveTo>
                  <a:cubicBezTo>
                    <a:pt x="1948179" y="149904"/>
                    <a:pt x="1852589" y="0"/>
                    <a:pt x="1641834" y="0"/>
                  </a:cubicBezTo>
                  <a:cubicBezTo>
                    <a:pt x="1468023" y="0"/>
                    <a:pt x="1335489" y="108627"/>
                    <a:pt x="1272508" y="302012"/>
                  </a:cubicBezTo>
                  <a:lnTo>
                    <a:pt x="1257305" y="302012"/>
                  </a:lnTo>
                  <a:cubicBezTo>
                    <a:pt x="1239934" y="128201"/>
                    <a:pt x="1142141" y="0"/>
                    <a:pt x="955329" y="0"/>
                  </a:cubicBezTo>
                  <a:cubicBezTo>
                    <a:pt x="768517" y="0"/>
                    <a:pt x="640317" y="115128"/>
                    <a:pt x="581633" y="312846"/>
                  </a:cubicBezTo>
                  <a:lnTo>
                    <a:pt x="566177" y="312846"/>
                  </a:lnTo>
                  <a:cubicBezTo>
                    <a:pt x="527067" y="181539"/>
                    <a:pt x="455238" y="69770"/>
                    <a:pt x="333646" y="28240"/>
                  </a:cubicBezTo>
                  <a:cubicBezTo>
                    <a:pt x="300820" y="17009"/>
                    <a:pt x="264382" y="10870"/>
                    <a:pt x="223972" y="10870"/>
                  </a:cubicBezTo>
                  <a:lnTo>
                    <a:pt x="0" y="10870"/>
                  </a:lnTo>
                  <a:lnTo>
                    <a:pt x="0" y="257990"/>
                  </a:lnTo>
                  <a:lnTo>
                    <a:pt x="283991" y="258099"/>
                  </a:lnTo>
                  <a:lnTo>
                    <a:pt x="283991" y="1116717"/>
                  </a:lnTo>
                  <a:lnTo>
                    <a:pt x="585967" y="1116717"/>
                  </a:lnTo>
                  <a:lnTo>
                    <a:pt x="585967" y="562710"/>
                  </a:lnTo>
                  <a:cubicBezTo>
                    <a:pt x="586725" y="527536"/>
                    <a:pt x="590806" y="495613"/>
                    <a:pt x="597342" y="466506"/>
                  </a:cubicBezTo>
                  <a:cubicBezTo>
                    <a:pt x="629158" y="324727"/>
                    <a:pt x="723268" y="254198"/>
                    <a:pt x="820592" y="254198"/>
                  </a:cubicBezTo>
                  <a:cubicBezTo>
                    <a:pt x="917916" y="254198"/>
                    <a:pt x="968330" y="297642"/>
                    <a:pt x="968330" y="473656"/>
                  </a:cubicBezTo>
                  <a:lnTo>
                    <a:pt x="968330" y="1116753"/>
                  </a:lnTo>
                  <a:lnTo>
                    <a:pt x="1270305" y="1116753"/>
                  </a:lnTo>
                  <a:lnTo>
                    <a:pt x="1270305" y="549710"/>
                  </a:lnTo>
                  <a:cubicBezTo>
                    <a:pt x="1292045" y="330288"/>
                    <a:pt x="1405006" y="254234"/>
                    <a:pt x="1511467" y="254234"/>
                  </a:cubicBezTo>
                  <a:cubicBezTo>
                    <a:pt x="1617927" y="254234"/>
                    <a:pt x="1644001" y="328121"/>
                    <a:pt x="1644001" y="473692"/>
                  </a:cubicBezTo>
                  <a:lnTo>
                    <a:pt x="1644001" y="833231"/>
                  </a:lnTo>
                  <a:cubicBezTo>
                    <a:pt x="1644001" y="1005923"/>
                    <a:pt x="1755662" y="1125384"/>
                    <a:pt x="1948179" y="1135135"/>
                  </a:cubicBezTo>
                  <a:lnTo>
                    <a:pt x="1948179" y="39110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E1A69776-7124-80A5-DFFC-7BBDE2B56C8B}"/>
                </a:ext>
              </a:extLst>
            </p:cNvPr>
            <p:cNvSpPr/>
            <p:nvPr/>
          </p:nvSpPr>
          <p:spPr>
            <a:xfrm>
              <a:off x="5035697" y="4193979"/>
              <a:ext cx="910332" cy="1088477"/>
            </a:xfrm>
            <a:custGeom>
              <a:avLst/>
              <a:gdLst>
                <a:gd name="connsiteX0" fmla="*/ 326785 w 910332"/>
                <a:gd name="connsiteY0" fmla="*/ 851469 h 1088477"/>
                <a:gd name="connsiteX1" fmla="*/ 897296 w 910332"/>
                <a:gd name="connsiteY1" fmla="*/ 235817 h 1088477"/>
                <a:gd name="connsiteX2" fmla="*/ 897296 w 910332"/>
                <a:gd name="connsiteY2" fmla="*/ 5381 h 1088477"/>
                <a:gd name="connsiteX3" fmla="*/ 897296 w 910332"/>
                <a:gd name="connsiteY3" fmla="*/ 5381 h 1088477"/>
                <a:gd name="connsiteX4" fmla="*/ 897296 w 910332"/>
                <a:gd name="connsiteY4" fmla="*/ 0 h 1088477"/>
                <a:gd name="connsiteX5" fmla="*/ 22535 w 910332"/>
                <a:gd name="connsiteY5" fmla="*/ 0 h 1088477"/>
                <a:gd name="connsiteX6" fmla="*/ 22535 w 910332"/>
                <a:gd name="connsiteY6" fmla="*/ 225958 h 1088477"/>
                <a:gd name="connsiteX7" fmla="*/ 600629 w 910332"/>
                <a:gd name="connsiteY7" fmla="*/ 225958 h 1088477"/>
                <a:gd name="connsiteX8" fmla="*/ 0 w 910332"/>
                <a:gd name="connsiteY8" fmla="*/ 868947 h 1088477"/>
                <a:gd name="connsiteX9" fmla="*/ 0 w 910332"/>
                <a:gd name="connsiteY9" fmla="*/ 1088477 h 1088477"/>
                <a:gd name="connsiteX10" fmla="*/ 910333 w 910332"/>
                <a:gd name="connsiteY10" fmla="*/ 1088477 h 1088477"/>
                <a:gd name="connsiteX11" fmla="*/ 910333 w 910332"/>
                <a:gd name="connsiteY11" fmla="*/ 851469 h 1088477"/>
                <a:gd name="connsiteX12" fmla="*/ 326785 w 910332"/>
                <a:gd name="connsiteY12" fmla="*/ 851469 h 10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0332" h="1088477">
                  <a:moveTo>
                    <a:pt x="326785" y="851469"/>
                  </a:moveTo>
                  <a:lnTo>
                    <a:pt x="897296" y="235817"/>
                  </a:lnTo>
                  <a:lnTo>
                    <a:pt x="897296" y="5381"/>
                  </a:lnTo>
                  <a:lnTo>
                    <a:pt x="897296" y="5381"/>
                  </a:lnTo>
                  <a:lnTo>
                    <a:pt x="897296" y="0"/>
                  </a:lnTo>
                  <a:lnTo>
                    <a:pt x="22535" y="0"/>
                  </a:lnTo>
                  <a:lnTo>
                    <a:pt x="22535" y="225958"/>
                  </a:lnTo>
                  <a:lnTo>
                    <a:pt x="600629" y="225958"/>
                  </a:lnTo>
                  <a:lnTo>
                    <a:pt x="0" y="868947"/>
                  </a:lnTo>
                  <a:lnTo>
                    <a:pt x="0" y="1088477"/>
                  </a:lnTo>
                  <a:lnTo>
                    <a:pt x="910333" y="1088477"/>
                  </a:lnTo>
                  <a:lnTo>
                    <a:pt x="910333" y="851469"/>
                  </a:lnTo>
                  <a:lnTo>
                    <a:pt x="326785" y="851469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425A040-6C43-6B6C-5B49-75B0AC19B6A2}"/>
                </a:ext>
              </a:extLst>
            </p:cNvPr>
            <p:cNvSpPr/>
            <p:nvPr/>
          </p:nvSpPr>
          <p:spPr>
            <a:xfrm>
              <a:off x="6099401" y="4169495"/>
              <a:ext cx="1028023" cy="1115344"/>
            </a:xfrm>
            <a:custGeom>
              <a:avLst/>
              <a:gdLst>
                <a:gd name="connsiteX0" fmla="*/ 670832 w 1028023"/>
                <a:gd name="connsiteY0" fmla="*/ 897368 h 1115344"/>
                <a:gd name="connsiteX1" fmla="*/ 328879 w 1028023"/>
                <a:gd name="connsiteY1" fmla="*/ 1115345 h 1115344"/>
                <a:gd name="connsiteX2" fmla="*/ 0 w 1028023"/>
                <a:gd name="connsiteY2" fmla="*/ 836373 h 1115344"/>
                <a:gd name="connsiteX3" fmla="*/ 389874 w 1028023"/>
                <a:gd name="connsiteY3" fmla="*/ 498754 h 1115344"/>
                <a:gd name="connsiteX4" fmla="*/ 668665 w 1028023"/>
                <a:gd name="connsiteY4" fmla="*/ 415984 h 1115344"/>
                <a:gd name="connsiteX5" fmla="*/ 668665 w 1028023"/>
                <a:gd name="connsiteY5" fmla="*/ 392041 h 1115344"/>
                <a:gd name="connsiteX6" fmla="*/ 483515 w 1028023"/>
                <a:gd name="connsiteY6" fmla="*/ 224333 h 1115344"/>
                <a:gd name="connsiteX7" fmla="*/ 235203 w 1028023"/>
                <a:gd name="connsiteY7" fmla="*/ 383338 h 1115344"/>
                <a:gd name="connsiteX8" fmla="*/ 8703 w 1028023"/>
                <a:gd name="connsiteY8" fmla="*/ 261349 h 1115344"/>
                <a:gd name="connsiteX9" fmla="*/ 513994 w 1028023"/>
                <a:gd name="connsiteY9" fmla="*/ 0 h 1115344"/>
                <a:gd name="connsiteX10" fmla="*/ 964863 w 1028023"/>
                <a:gd name="connsiteY10" fmla="*/ 409483 h 1115344"/>
                <a:gd name="connsiteX11" fmla="*/ 964863 w 1028023"/>
                <a:gd name="connsiteY11" fmla="*/ 762342 h 1115344"/>
                <a:gd name="connsiteX12" fmla="*/ 1028024 w 1028023"/>
                <a:gd name="connsiteY12" fmla="*/ 1112528 h 1115344"/>
                <a:gd name="connsiteX13" fmla="*/ 725290 w 1028023"/>
                <a:gd name="connsiteY13" fmla="*/ 1112528 h 1115344"/>
                <a:gd name="connsiteX14" fmla="*/ 670832 w 1028023"/>
                <a:gd name="connsiteY14" fmla="*/ 897404 h 1115344"/>
                <a:gd name="connsiteX15" fmla="*/ 676104 w 1028023"/>
                <a:gd name="connsiteY15" fmla="*/ 711603 h 1115344"/>
                <a:gd name="connsiteX16" fmla="*/ 676104 w 1028023"/>
                <a:gd name="connsiteY16" fmla="*/ 543715 h 1115344"/>
                <a:gd name="connsiteX17" fmla="*/ 676104 w 1028023"/>
                <a:gd name="connsiteY17" fmla="*/ 543715 h 1115344"/>
                <a:gd name="connsiteX18" fmla="*/ 532339 w 1028023"/>
                <a:gd name="connsiteY18" fmla="*/ 605468 h 1115344"/>
                <a:gd name="connsiteX19" fmla="*/ 308006 w 1028023"/>
                <a:gd name="connsiteY19" fmla="*/ 783468 h 1115344"/>
                <a:gd name="connsiteX20" fmla="*/ 440865 w 1028023"/>
                <a:gd name="connsiteY20" fmla="*/ 918494 h 1115344"/>
                <a:gd name="connsiteX21" fmla="*/ 676104 w 1028023"/>
                <a:gd name="connsiteY21" fmla="*/ 711567 h 111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8023" h="1115344">
                  <a:moveTo>
                    <a:pt x="670832" y="897368"/>
                  </a:moveTo>
                  <a:cubicBezTo>
                    <a:pt x="620093" y="1041639"/>
                    <a:pt x="485681" y="1115345"/>
                    <a:pt x="328879" y="1115345"/>
                  </a:cubicBezTo>
                  <a:cubicBezTo>
                    <a:pt x="119786" y="1115345"/>
                    <a:pt x="0" y="1017154"/>
                    <a:pt x="0" y="836373"/>
                  </a:cubicBezTo>
                  <a:cubicBezTo>
                    <a:pt x="0" y="629447"/>
                    <a:pt x="163374" y="544509"/>
                    <a:pt x="389874" y="498754"/>
                  </a:cubicBezTo>
                  <a:cubicBezTo>
                    <a:pt x="577191" y="459536"/>
                    <a:pt x="659962" y="439963"/>
                    <a:pt x="668665" y="415984"/>
                  </a:cubicBezTo>
                  <a:lnTo>
                    <a:pt x="668665" y="392041"/>
                  </a:lnTo>
                  <a:cubicBezTo>
                    <a:pt x="668665" y="287494"/>
                    <a:pt x="616410" y="224333"/>
                    <a:pt x="483515" y="224333"/>
                  </a:cubicBezTo>
                  <a:cubicBezTo>
                    <a:pt x="350619" y="224333"/>
                    <a:pt x="270052" y="302734"/>
                    <a:pt x="235203" y="383338"/>
                  </a:cubicBezTo>
                  <a:lnTo>
                    <a:pt x="8703" y="261349"/>
                  </a:lnTo>
                  <a:cubicBezTo>
                    <a:pt x="87104" y="100177"/>
                    <a:pt x="278791" y="0"/>
                    <a:pt x="513994" y="0"/>
                  </a:cubicBezTo>
                  <a:cubicBezTo>
                    <a:pt x="821098" y="0"/>
                    <a:pt x="964863" y="143729"/>
                    <a:pt x="964863" y="409483"/>
                  </a:cubicBezTo>
                  <a:lnTo>
                    <a:pt x="964863" y="762342"/>
                  </a:lnTo>
                  <a:cubicBezTo>
                    <a:pt x="964863" y="988841"/>
                    <a:pt x="991008" y="1082013"/>
                    <a:pt x="1028024" y="1112528"/>
                  </a:cubicBezTo>
                  <a:lnTo>
                    <a:pt x="725290" y="1112528"/>
                  </a:lnTo>
                  <a:cubicBezTo>
                    <a:pt x="699144" y="1088585"/>
                    <a:pt x="677368" y="1021560"/>
                    <a:pt x="670832" y="897404"/>
                  </a:cubicBezTo>
                  <a:close/>
                  <a:moveTo>
                    <a:pt x="676104" y="711603"/>
                  </a:moveTo>
                  <a:lnTo>
                    <a:pt x="676104" y="543715"/>
                  </a:lnTo>
                  <a:lnTo>
                    <a:pt x="676104" y="543715"/>
                  </a:lnTo>
                  <a:cubicBezTo>
                    <a:pt x="646564" y="571016"/>
                    <a:pt x="610776" y="581525"/>
                    <a:pt x="532339" y="605468"/>
                  </a:cubicBezTo>
                  <a:cubicBezTo>
                    <a:pt x="384241" y="646853"/>
                    <a:pt x="308006" y="685458"/>
                    <a:pt x="308006" y="783468"/>
                  </a:cubicBezTo>
                  <a:cubicBezTo>
                    <a:pt x="308006" y="870608"/>
                    <a:pt x="369001" y="918494"/>
                    <a:pt x="440865" y="918494"/>
                  </a:cubicBezTo>
                  <a:cubicBezTo>
                    <a:pt x="549782" y="918494"/>
                    <a:pt x="654328" y="837926"/>
                    <a:pt x="676104" y="71156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B283D576-0F79-4148-B88C-6E75FAC35441}"/>
                </a:ext>
              </a:extLst>
            </p:cNvPr>
            <p:cNvSpPr/>
            <p:nvPr/>
          </p:nvSpPr>
          <p:spPr>
            <a:xfrm>
              <a:off x="4301487" y="2782401"/>
              <a:ext cx="1066448" cy="1110650"/>
            </a:xfrm>
            <a:custGeom>
              <a:avLst/>
              <a:gdLst>
                <a:gd name="connsiteX0" fmla="*/ 0 w 1066448"/>
                <a:gd name="connsiteY0" fmla="*/ 556390 h 1110650"/>
                <a:gd name="connsiteX1" fmla="*/ 541657 w 1066448"/>
                <a:gd name="connsiteY1" fmla="*/ 0 h 1110650"/>
                <a:gd name="connsiteX2" fmla="*/ 1066448 w 1066448"/>
                <a:gd name="connsiteY2" fmla="*/ 545846 h 1110650"/>
                <a:gd name="connsiteX3" fmla="*/ 526923 w 1066448"/>
                <a:gd name="connsiteY3" fmla="*/ 1110650 h 1110650"/>
                <a:gd name="connsiteX4" fmla="*/ 36 w 1066448"/>
                <a:gd name="connsiteY4" fmla="*/ 556354 h 1110650"/>
                <a:gd name="connsiteX5" fmla="*/ 765051 w 1066448"/>
                <a:gd name="connsiteY5" fmla="*/ 550071 h 1110650"/>
                <a:gd name="connsiteX6" fmla="*/ 537431 w 1066448"/>
                <a:gd name="connsiteY6" fmla="*/ 216569 h 1110650"/>
                <a:gd name="connsiteX7" fmla="*/ 305587 w 1066448"/>
                <a:gd name="connsiteY7" fmla="*/ 547976 h 1110650"/>
                <a:gd name="connsiteX8" fmla="*/ 528981 w 1066448"/>
                <a:gd name="connsiteY8" fmla="*/ 892023 h 1110650"/>
                <a:gd name="connsiteX9" fmla="*/ 765051 w 1066448"/>
                <a:gd name="connsiteY9" fmla="*/ 550071 h 111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6448" h="1110650">
                  <a:moveTo>
                    <a:pt x="0" y="556390"/>
                  </a:moveTo>
                  <a:cubicBezTo>
                    <a:pt x="0" y="238164"/>
                    <a:pt x="198115" y="0"/>
                    <a:pt x="541657" y="0"/>
                  </a:cubicBezTo>
                  <a:cubicBezTo>
                    <a:pt x="885198" y="0"/>
                    <a:pt x="1066448" y="214980"/>
                    <a:pt x="1066448" y="545846"/>
                  </a:cubicBezTo>
                  <a:cubicBezTo>
                    <a:pt x="1066448" y="876711"/>
                    <a:pt x="868333" y="1110650"/>
                    <a:pt x="526923" y="1110650"/>
                  </a:cubicBezTo>
                  <a:cubicBezTo>
                    <a:pt x="185512" y="1110650"/>
                    <a:pt x="36" y="893576"/>
                    <a:pt x="36" y="556354"/>
                  </a:cubicBezTo>
                  <a:close/>
                  <a:moveTo>
                    <a:pt x="765051" y="550071"/>
                  </a:moveTo>
                  <a:cubicBezTo>
                    <a:pt x="765051" y="335091"/>
                    <a:pt x="689177" y="216569"/>
                    <a:pt x="537431" y="216569"/>
                  </a:cubicBezTo>
                  <a:cubicBezTo>
                    <a:pt x="385685" y="216569"/>
                    <a:pt x="305587" y="335127"/>
                    <a:pt x="305587" y="547976"/>
                  </a:cubicBezTo>
                  <a:cubicBezTo>
                    <a:pt x="305587" y="760825"/>
                    <a:pt x="379329" y="892023"/>
                    <a:pt x="528981" y="892023"/>
                  </a:cubicBezTo>
                  <a:cubicBezTo>
                    <a:pt x="678633" y="892023"/>
                    <a:pt x="765051" y="769276"/>
                    <a:pt x="765051" y="55007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E2E877C2-2EE7-7103-C0FB-A95F10EE9796}"/>
                </a:ext>
              </a:extLst>
            </p:cNvPr>
            <p:cNvSpPr/>
            <p:nvPr/>
          </p:nvSpPr>
          <p:spPr>
            <a:xfrm>
              <a:off x="6410838" y="2808294"/>
              <a:ext cx="1066231" cy="1086021"/>
            </a:xfrm>
            <a:custGeom>
              <a:avLst/>
              <a:gdLst>
                <a:gd name="connsiteX0" fmla="*/ 0 w 1066231"/>
                <a:gd name="connsiteY0" fmla="*/ 1228 h 1086021"/>
                <a:gd name="connsiteX1" fmla="*/ 283955 w 1066231"/>
                <a:gd name="connsiteY1" fmla="*/ 1228 h 1086021"/>
                <a:gd name="connsiteX2" fmla="*/ 526381 w 1066231"/>
                <a:gd name="connsiteY2" fmla="*/ 790691 h 1086021"/>
                <a:gd name="connsiteX3" fmla="*/ 539381 w 1066231"/>
                <a:gd name="connsiteY3" fmla="*/ 790691 h 1086021"/>
                <a:gd name="connsiteX4" fmla="*/ 777545 w 1066231"/>
                <a:gd name="connsiteY4" fmla="*/ 0 h 1086021"/>
                <a:gd name="connsiteX5" fmla="*/ 1066232 w 1066231"/>
                <a:gd name="connsiteY5" fmla="*/ 0 h 1086021"/>
                <a:gd name="connsiteX6" fmla="*/ 675346 w 1066231"/>
                <a:gd name="connsiteY6" fmla="*/ 1086021 h 1086021"/>
                <a:gd name="connsiteX7" fmla="*/ 394821 w 1066231"/>
                <a:gd name="connsiteY7" fmla="*/ 1084866 h 1086021"/>
                <a:gd name="connsiteX8" fmla="*/ 0 w 1066231"/>
                <a:gd name="connsiteY8" fmla="*/ 1228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31" h="1086021">
                  <a:moveTo>
                    <a:pt x="0" y="1228"/>
                  </a:moveTo>
                  <a:lnTo>
                    <a:pt x="283955" y="1228"/>
                  </a:lnTo>
                  <a:lnTo>
                    <a:pt x="526381" y="790691"/>
                  </a:lnTo>
                  <a:lnTo>
                    <a:pt x="539381" y="790691"/>
                  </a:lnTo>
                  <a:lnTo>
                    <a:pt x="777545" y="0"/>
                  </a:lnTo>
                  <a:lnTo>
                    <a:pt x="1066232" y="0"/>
                  </a:lnTo>
                  <a:lnTo>
                    <a:pt x="675346" y="1086021"/>
                  </a:lnTo>
                  <a:lnTo>
                    <a:pt x="394821" y="1084866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41A2B144-BD2C-0924-2B21-DAEE36F54AA4}"/>
                </a:ext>
              </a:extLst>
            </p:cNvPr>
            <p:cNvSpPr/>
            <p:nvPr/>
          </p:nvSpPr>
          <p:spPr>
            <a:xfrm>
              <a:off x="3393430" y="2257682"/>
              <a:ext cx="851865" cy="1636633"/>
            </a:xfrm>
            <a:custGeom>
              <a:avLst/>
              <a:gdLst>
                <a:gd name="connsiteX0" fmla="*/ 561374 w 851865"/>
                <a:gd name="connsiteY0" fmla="*/ 396700 h 1636633"/>
                <a:gd name="connsiteX1" fmla="*/ 717454 w 851865"/>
                <a:gd name="connsiteY1" fmla="*/ 227619 h 1636633"/>
                <a:gd name="connsiteX2" fmla="*/ 851866 w 851865"/>
                <a:gd name="connsiteY2" fmla="*/ 247120 h 1636633"/>
                <a:gd name="connsiteX3" fmla="*/ 851866 w 851865"/>
                <a:gd name="connsiteY3" fmla="*/ 26001 h 1636633"/>
                <a:gd name="connsiteX4" fmla="*/ 648117 w 851865"/>
                <a:gd name="connsiteY4" fmla="*/ 0 h 1636633"/>
                <a:gd name="connsiteX5" fmla="*/ 277419 w 851865"/>
                <a:gd name="connsiteY5" fmla="*/ 381496 h 1636633"/>
                <a:gd name="connsiteX6" fmla="*/ 277419 w 851865"/>
                <a:gd name="connsiteY6" fmla="*/ 550576 h 1636633"/>
                <a:gd name="connsiteX7" fmla="*/ 85226 w 851865"/>
                <a:gd name="connsiteY7" fmla="*/ 550576 h 1636633"/>
                <a:gd name="connsiteX8" fmla="*/ 0 w 851865"/>
                <a:gd name="connsiteY8" fmla="*/ 784696 h 1636633"/>
                <a:gd name="connsiteX9" fmla="*/ 277419 w 851865"/>
                <a:gd name="connsiteY9" fmla="*/ 784696 h 1636633"/>
                <a:gd name="connsiteX10" fmla="*/ 277419 w 851865"/>
                <a:gd name="connsiteY10" fmla="*/ 1636634 h 1636633"/>
                <a:gd name="connsiteX11" fmla="*/ 561410 w 851865"/>
                <a:gd name="connsiteY11" fmla="*/ 1636634 h 1636633"/>
                <a:gd name="connsiteX12" fmla="*/ 561410 w 851865"/>
                <a:gd name="connsiteY12" fmla="*/ 767831 h 1636633"/>
                <a:gd name="connsiteX13" fmla="*/ 552743 w 851865"/>
                <a:gd name="connsiteY13" fmla="*/ 784732 h 1636633"/>
                <a:gd name="connsiteX14" fmla="*/ 822650 w 851865"/>
                <a:gd name="connsiteY14" fmla="*/ 784732 h 1636633"/>
                <a:gd name="connsiteX15" fmla="*/ 822650 w 851865"/>
                <a:gd name="connsiteY15" fmla="*/ 550612 h 1636633"/>
                <a:gd name="connsiteX16" fmla="*/ 552743 w 851865"/>
                <a:gd name="connsiteY16" fmla="*/ 550612 h 1636633"/>
                <a:gd name="connsiteX17" fmla="*/ 561410 w 851865"/>
                <a:gd name="connsiteY17" fmla="*/ 585281 h 1636633"/>
                <a:gd name="connsiteX18" fmla="*/ 561410 w 851865"/>
                <a:gd name="connsiteY18" fmla="*/ 396700 h 163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1865" h="1636633">
                  <a:moveTo>
                    <a:pt x="561374" y="396700"/>
                  </a:moveTo>
                  <a:cubicBezTo>
                    <a:pt x="561374" y="273157"/>
                    <a:pt x="602543" y="227619"/>
                    <a:pt x="717454" y="227619"/>
                  </a:cubicBezTo>
                  <a:cubicBezTo>
                    <a:pt x="769492" y="227619"/>
                    <a:pt x="814995" y="236286"/>
                    <a:pt x="851866" y="247120"/>
                  </a:cubicBezTo>
                  <a:lnTo>
                    <a:pt x="851866" y="26001"/>
                  </a:lnTo>
                  <a:cubicBezTo>
                    <a:pt x="810697" y="15167"/>
                    <a:pt x="758658" y="0"/>
                    <a:pt x="648117" y="0"/>
                  </a:cubicBezTo>
                  <a:cubicBezTo>
                    <a:pt x="403164" y="0"/>
                    <a:pt x="277419" y="145246"/>
                    <a:pt x="277419" y="381496"/>
                  </a:cubicBezTo>
                  <a:lnTo>
                    <a:pt x="277419" y="550576"/>
                  </a:lnTo>
                  <a:lnTo>
                    <a:pt x="85226" y="550576"/>
                  </a:lnTo>
                  <a:lnTo>
                    <a:pt x="0" y="784696"/>
                  </a:lnTo>
                  <a:lnTo>
                    <a:pt x="277419" y="784696"/>
                  </a:lnTo>
                  <a:lnTo>
                    <a:pt x="277419" y="1636634"/>
                  </a:lnTo>
                  <a:lnTo>
                    <a:pt x="561410" y="1636634"/>
                  </a:lnTo>
                  <a:lnTo>
                    <a:pt x="561410" y="767831"/>
                  </a:lnTo>
                  <a:lnTo>
                    <a:pt x="552743" y="784732"/>
                  </a:lnTo>
                  <a:lnTo>
                    <a:pt x="822650" y="784732"/>
                  </a:lnTo>
                  <a:lnTo>
                    <a:pt x="822650" y="550612"/>
                  </a:lnTo>
                  <a:lnTo>
                    <a:pt x="552743" y="550612"/>
                  </a:lnTo>
                  <a:lnTo>
                    <a:pt x="561410" y="585281"/>
                  </a:lnTo>
                  <a:lnTo>
                    <a:pt x="561410" y="39670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22F8515A-999E-BC6F-9C2F-5FB48C0B83FE}"/>
                </a:ext>
              </a:extLst>
            </p:cNvPr>
            <p:cNvSpPr/>
            <p:nvPr/>
          </p:nvSpPr>
          <p:spPr>
            <a:xfrm>
              <a:off x="5437019" y="2809522"/>
              <a:ext cx="840273" cy="1083529"/>
            </a:xfrm>
            <a:custGeom>
              <a:avLst/>
              <a:gdLst>
                <a:gd name="connsiteX0" fmla="*/ 826190 w 840273"/>
                <a:gd name="connsiteY0" fmla="*/ 2492 h 1083529"/>
                <a:gd name="connsiteX1" fmla="*/ 462100 w 840273"/>
                <a:gd name="connsiteY1" fmla="*/ 341700 h 1083529"/>
                <a:gd name="connsiteX2" fmla="*/ 453108 w 840273"/>
                <a:gd name="connsiteY2" fmla="*/ 341772 h 1083529"/>
                <a:gd name="connsiteX3" fmla="*/ 464158 w 840273"/>
                <a:gd name="connsiteY3" fmla="*/ 154780 h 1083529"/>
                <a:gd name="connsiteX4" fmla="*/ 463870 w 840273"/>
                <a:gd name="connsiteY4" fmla="*/ 0 h 1083529"/>
                <a:gd name="connsiteX5" fmla="*/ 82410 w 840273"/>
                <a:gd name="connsiteY5" fmla="*/ 0 h 1083529"/>
                <a:gd name="connsiteX6" fmla="*/ 0 w 840273"/>
                <a:gd name="connsiteY6" fmla="*/ 224875 h 1083529"/>
                <a:gd name="connsiteX7" fmla="*/ 212849 w 840273"/>
                <a:gd name="connsiteY7" fmla="*/ 224875 h 1083529"/>
                <a:gd name="connsiteX8" fmla="*/ 212849 w 840273"/>
                <a:gd name="connsiteY8" fmla="*/ 1083530 h 1083529"/>
                <a:gd name="connsiteX9" fmla="*/ 488535 w 840273"/>
                <a:gd name="connsiteY9" fmla="*/ 1083530 h 1083529"/>
                <a:gd name="connsiteX10" fmla="*/ 488535 w 840273"/>
                <a:gd name="connsiteY10" fmla="*/ 684266 h 1083529"/>
                <a:gd name="connsiteX11" fmla="*/ 760970 w 840273"/>
                <a:gd name="connsiteY11" fmla="*/ 332708 h 1083529"/>
                <a:gd name="connsiteX12" fmla="*/ 840274 w 840273"/>
                <a:gd name="connsiteY12" fmla="*/ 332708 h 1083529"/>
                <a:gd name="connsiteX13" fmla="*/ 840274 w 840273"/>
                <a:gd name="connsiteY13" fmla="*/ 2456 h 1083529"/>
                <a:gd name="connsiteX14" fmla="*/ 826153 w 840273"/>
                <a:gd name="connsiteY14" fmla="*/ 2456 h 108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0273" h="1083529">
                  <a:moveTo>
                    <a:pt x="826190" y="2492"/>
                  </a:moveTo>
                  <a:cubicBezTo>
                    <a:pt x="640786" y="2492"/>
                    <a:pt x="490918" y="119786"/>
                    <a:pt x="462100" y="341700"/>
                  </a:cubicBezTo>
                  <a:lnTo>
                    <a:pt x="453108" y="341772"/>
                  </a:lnTo>
                  <a:lnTo>
                    <a:pt x="464158" y="154780"/>
                  </a:lnTo>
                  <a:lnTo>
                    <a:pt x="463870" y="0"/>
                  </a:lnTo>
                  <a:lnTo>
                    <a:pt x="82410" y="0"/>
                  </a:lnTo>
                  <a:lnTo>
                    <a:pt x="0" y="224875"/>
                  </a:lnTo>
                  <a:lnTo>
                    <a:pt x="212849" y="224875"/>
                  </a:lnTo>
                  <a:lnTo>
                    <a:pt x="212849" y="1083530"/>
                  </a:lnTo>
                  <a:lnTo>
                    <a:pt x="488535" y="1083530"/>
                  </a:lnTo>
                  <a:lnTo>
                    <a:pt x="488535" y="684266"/>
                  </a:lnTo>
                  <a:cubicBezTo>
                    <a:pt x="488535" y="440432"/>
                    <a:pt x="517894" y="332708"/>
                    <a:pt x="760970" y="332708"/>
                  </a:cubicBezTo>
                  <a:lnTo>
                    <a:pt x="840274" y="332708"/>
                  </a:lnTo>
                  <a:lnTo>
                    <a:pt x="840274" y="2456"/>
                  </a:lnTo>
                  <a:lnTo>
                    <a:pt x="826153" y="2456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7659768A-D2BA-2818-8EAA-B24FA02308F2}"/>
                </a:ext>
              </a:extLst>
            </p:cNvPr>
            <p:cNvSpPr/>
            <p:nvPr/>
          </p:nvSpPr>
          <p:spPr>
            <a:xfrm>
              <a:off x="7188817" y="4190765"/>
              <a:ext cx="848471" cy="1094074"/>
            </a:xfrm>
            <a:custGeom>
              <a:avLst/>
              <a:gdLst>
                <a:gd name="connsiteX0" fmla="*/ 834171 w 848471"/>
                <a:gd name="connsiteY0" fmla="*/ 2528 h 1094074"/>
                <a:gd name="connsiteX1" fmla="*/ 466542 w 848471"/>
                <a:gd name="connsiteY1" fmla="*/ 345022 h 1094074"/>
                <a:gd name="connsiteX2" fmla="*/ 457478 w 848471"/>
                <a:gd name="connsiteY2" fmla="*/ 345094 h 1094074"/>
                <a:gd name="connsiteX3" fmla="*/ 468636 w 848471"/>
                <a:gd name="connsiteY3" fmla="*/ 156296 h 1094074"/>
                <a:gd name="connsiteX4" fmla="*/ 468348 w 848471"/>
                <a:gd name="connsiteY4" fmla="*/ 0 h 1094074"/>
                <a:gd name="connsiteX5" fmla="*/ 83204 w 848471"/>
                <a:gd name="connsiteY5" fmla="*/ 0 h 1094074"/>
                <a:gd name="connsiteX6" fmla="*/ 0 w 848471"/>
                <a:gd name="connsiteY6" fmla="*/ 227078 h 1094074"/>
                <a:gd name="connsiteX7" fmla="*/ 214944 w 848471"/>
                <a:gd name="connsiteY7" fmla="*/ 227078 h 1094074"/>
                <a:gd name="connsiteX8" fmla="*/ 214944 w 848471"/>
                <a:gd name="connsiteY8" fmla="*/ 1094075 h 1094074"/>
                <a:gd name="connsiteX9" fmla="*/ 493302 w 848471"/>
                <a:gd name="connsiteY9" fmla="*/ 1094075 h 1094074"/>
                <a:gd name="connsiteX10" fmla="*/ 493302 w 848471"/>
                <a:gd name="connsiteY10" fmla="*/ 690911 h 1094074"/>
                <a:gd name="connsiteX11" fmla="*/ 768409 w 848471"/>
                <a:gd name="connsiteY11" fmla="*/ 335958 h 1094074"/>
                <a:gd name="connsiteX12" fmla="*/ 848471 w 848471"/>
                <a:gd name="connsiteY12" fmla="*/ 335958 h 1094074"/>
                <a:gd name="connsiteX13" fmla="*/ 848471 w 848471"/>
                <a:gd name="connsiteY13" fmla="*/ 2528 h 1094074"/>
                <a:gd name="connsiteX14" fmla="*/ 834207 w 848471"/>
                <a:gd name="connsiteY14" fmla="*/ 2528 h 109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8471" h="1094074">
                  <a:moveTo>
                    <a:pt x="834171" y="2528"/>
                  </a:moveTo>
                  <a:cubicBezTo>
                    <a:pt x="646962" y="2528"/>
                    <a:pt x="495649" y="120942"/>
                    <a:pt x="466542" y="345022"/>
                  </a:cubicBezTo>
                  <a:lnTo>
                    <a:pt x="457478" y="345094"/>
                  </a:lnTo>
                  <a:lnTo>
                    <a:pt x="468636" y="156296"/>
                  </a:lnTo>
                  <a:lnTo>
                    <a:pt x="468348" y="0"/>
                  </a:lnTo>
                  <a:lnTo>
                    <a:pt x="83204" y="0"/>
                  </a:lnTo>
                  <a:lnTo>
                    <a:pt x="0" y="227078"/>
                  </a:lnTo>
                  <a:lnTo>
                    <a:pt x="214944" y="227078"/>
                  </a:lnTo>
                  <a:lnTo>
                    <a:pt x="214944" y="1094075"/>
                  </a:lnTo>
                  <a:lnTo>
                    <a:pt x="493302" y="1094075"/>
                  </a:lnTo>
                  <a:lnTo>
                    <a:pt x="493302" y="690911"/>
                  </a:lnTo>
                  <a:cubicBezTo>
                    <a:pt x="493302" y="444730"/>
                    <a:pt x="522950" y="335958"/>
                    <a:pt x="768409" y="335958"/>
                  </a:cubicBezTo>
                  <a:lnTo>
                    <a:pt x="848471" y="335958"/>
                  </a:lnTo>
                  <a:lnTo>
                    <a:pt x="848471" y="2528"/>
                  </a:lnTo>
                  <a:lnTo>
                    <a:pt x="834207" y="25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BFDC4714-F4B9-5314-2F5F-17F9F28B7FB5}"/>
                </a:ext>
              </a:extLst>
            </p:cNvPr>
            <p:cNvSpPr/>
            <p:nvPr/>
          </p:nvSpPr>
          <p:spPr>
            <a:xfrm>
              <a:off x="7359955" y="2808294"/>
              <a:ext cx="682026" cy="1086021"/>
            </a:xfrm>
            <a:custGeom>
              <a:avLst/>
              <a:gdLst>
                <a:gd name="connsiteX0" fmla="*/ 0 w 682026"/>
                <a:gd name="connsiteY0" fmla="*/ 1086021 h 1086021"/>
                <a:gd name="connsiteX1" fmla="*/ 286772 w 682026"/>
                <a:gd name="connsiteY1" fmla="*/ 1086021 h 1086021"/>
                <a:gd name="connsiteX2" fmla="*/ 682027 w 682026"/>
                <a:gd name="connsiteY2" fmla="*/ 0 h 1086021"/>
                <a:gd name="connsiteX3" fmla="*/ 395291 w 682026"/>
                <a:gd name="connsiteY3" fmla="*/ 0 h 1086021"/>
                <a:gd name="connsiteX4" fmla="*/ 0 w 682026"/>
                <a:gd name="connsiteY4" fmla="*/ 1086021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026" h="1086021">
                  <a:moveTo>
                    <a:pt x="0" y="1086021"/>
                  </a:moveTo>
                  <a:lnTo>
                    <a:pt x="286772" y="1086021"/>
                  </a:lnTo>
                  <a:lnTo>
                    <a:pt x="682027" y="0"/>
                  </a:lnTo>
                  <a:lnTo>
                    <a:pt x="395291" y="0"/>
                  </a:lnTo>
                  <a:lnTo>
                    <a:pt x="0" y="1086021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CEE76973-9B07-ACF3-D06F-8FBEC69269E9}"/>
                </a:ext>
              </a:extLst>
            </p:cNvPr>
            <p:cNvSpPr/>
            <p:nvPr/>
          </p:nvSpPr>
          <p:spPr>
            <a:xfrm>
              <a:off x="3838015" y="4167870"/>
              <a:ext cx="1029649" cy="1116969"/>
            </a:xfrm>
            <a:custGeom>
              <a:avLst/>
              <a:gdLst>
                <a:gd name="connsiteX0" fmla="*/ 671879 w 1029649"/>
                <a:gd name="connsiteY0" fmla="*/ 898668 h 1116969"/>
                <a:gd name="connsiteX1" fmla="*/ 329385 w 1029649"/>
                <a:gd name="connsiteY1" fmla="*/ 1116970 h 1116969"/>
                <a:gd name="connsiteX2" fmla="*/ 0 w 1029649"/>
                <a:gd name="connsiteY2" fmla="*/ 837601 h 1116969"/>
                <a:gd name="connsiteX3" fmla="*/ 390452 w 1029649"/>
                <a:gd name="connsiteY3" fmla="*/ 499477 h 1116969"/>
                <a:gd name="connsiteX4" fmla="*/ 669676 w 1029649"/>
                <a:gd name="connsiteY4" fmla="*/ 416598 h 1116969"/>
                <a:gd name="connsiteX5" fmla="*/ 669676 w 1029649"/>
                <a:gd name="connsiteY5" fmla="*/ 392619 h 1116969"/>
                <a:gd name="connsiteX6" fmla="*/ 484273 w 1029649"/>
                <a:gd name="connsiteY6" fmla="*/ 224658 h 1116969"/>
                <a:gd name="connsiteX7" fmla="*/ 235600 w 1029649"/>
                <a:gd name="connsiteY7" fmla="*/ 383916 h 1116969"/>
                <a:gd name="connsiteX8" fmla="*/ 8739 w 1029649"/>
                <a:gd name="connsiteY8" fmla="*/ 261746 h 1116969"/>
                <a:gd name="connsiteX9" fmla="*/ 514825 w 1029649"/>
                <a:gd name="connsiteY9" fmla="*/ 0 h 1116969"/>
                <a:gd name="connsiteX10" fmla="*/ 966379 w 1029649"/>
                <a:gd name="connsiteY10" fmla="*/ 410097 h 1116969"/>
                <a:gd name="connsiteX11" fmla="*/ 966379 w 1029649"/>
                <a:gd name="connsiteY11" fmla="*/ 763498 h 1116969"/>
                <a:gd name="connsiteX12" fmla="*/ 1029649 w 1029649"/>
                <a:gd name="connsiteY12" fmla="*/ 1114189 h 1116969"/>
                <a:gd name="connsiteX13" fmla="*/ 726446 w 1029649"/>
                <a:gd name="connsiteY13" fmla="*/ 1114189 h 1116969"/>
                <a:gd name="connsiteX14" fmla="*/ 671915 w 1029649"/>
                <a:gd name="connsiteY14" fmla="*/ 898740 h 1116969"/>
                <a:gd name="connsiteX15" fmla="*/ 677152 w 1029649"/>
                <a:gd name="connsiteY15" fmla="*/ 712615 h 1116969"/>
                <a:gd name="connsiteX16" fmla="*/ 677152 w 1029649"/>
                <a:gd name="connsiteY16" fmla="*/ 544473 h 1116969"/>
                <a:gd name="connsiteX17" fmla="*/ 677152 w 1029649"/>
                <a:gd name="connsiteY17" fmla="*/ 544473 h 1116969"/>
                <a:gd name="connsiteX18" fmla="*/ 533170 w 1029649"/>
                <a:gd name="connsiteY18" fmla="*/ 606334 h 1116969"/>
                <a:gd name="connsiteX19" fmla="*/ 308476 w 1029649"/>
                <a:gd name="connsiteY19" fmla="*/ 784588 h 1116969"/>
                <a:gd name="connsiteX20" fmla="*/ 441552 w 1029649"/>
                <a:gd name="connsiteY20" fmla="*/ 919830 h 1116969"/>
                <a:gd name="connsiteX21" fmla="*/ 677152 w 1029649"/>
                <a:gd name="connsiteY21" fmla="*/ 712615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9649" h="1116969">
                  <a:moveTo>
                    <a:pt x="671879" y="898668"/>
                  </a:moveTo>
                  <a:cubicBezTo>
                    <a:pt x="621068" y="1043155"/>
                    <a:pt x="486476" y="1116970"/>
                    <a:pt x="329385" y="1116970"/>
                  </a:cubicBezTo>
                  <a:cubicBezTo>
                    <a:pt x="119967" y="1116970"/>
                    <a:pt x="0" y="1018635"/>
                    <a:pt x="0" y="837601"/>
                  </a:cubicBezTo>
                  <a:cubicBezTo>
                    <a:pt x="0" y="630350"/>
                    <a:pt x="163591" y="545304"/>
                    <a:pt x="390452" y="499477"/>
                  </a:cubicBezTo>
                  <a:cubicBezTo>
                    <a:pt x="578058" y="460222"/>
                    <a:pt x="660937" y="440577"/>
                    <a:pt x="669676" y="416598"/>
                  </a:cubicBezTo>
                  <a:lnTo>
                    <a:pt x="669676" y="392619"/>
                  </a:lnTo>
                  <a:cubicBezTo>
                    <a:pt x="669676" y="287928"/>
                    <a:pt x="617313" y="224658"/>
                    <a:pt x="484273" y="224658"/>
                  </a:cubicBezTo>
                  <a:cubicBezTo>
                    <a:pt x="351233" y="224658"/>
                    <a:pt x="270485" y="303167"/>
                    <a:pt x="235600" y="383916"/>
                  </a:cubicBezTo>
                  <a:lnTo>
                    <a:pt x="8739" y="261746"/>
                  </a:lnTo>
                  <a:cubicBezTo>
                    <a:pt x="87285" y="100321"/>
                    <a:pt x="279224" y="0"/>
                    <a:pt x="514825" y="0"/>
                  </a:cubicBezTo>
                  <a:cubicBezTo>
                    <a:pt x="822398" y="0"/>
                    <a:pt x="966379" y="143982"/>
                    <a:pt x="966379" y="410097"/>
                  </a:cubicBezTo>
                  <a:lnTo>
                    <a:pt x="966379" y="763498"/>
                  </a:lnTo>
                  <a:cubicBezTo>
                    <a:pt x="966379" y="990358"/>
                    <a:pt x="992561" y="1083674"/>
                    <a:pt x="1029649" y="1114189"/>
                  </a:cubicBezTo>
                  <a:lnTo>
                    <a:pt x="726446" y="1114189"/>
                  </a:lnTo>
                  <a:cubicBezTo>
                    <a:pt x="700264" y="1090210"/>
                    <a:pt x="678452" y="1023077"/>
                    <a:pt x="671915" y="898740"/>
                  </a:cubicBezTo>
                  <a:close/>
                  <a:moveTo>
                    <a:pt x="677152" y="712615"/>
                  </a:moveTo>
                  <a:lnTo>
                    <a:pt x="677152" y="544473"/>
                  </a:lnTo>
                  <a:lnTo>
                    <a:pt x="677152" y="544473"/>
                  </a:lnTo>
                  <a:cubicBezTo>
                    <a:pt x="647575" y="571811"/>
                    <a:pt x="611715" y="582356"/>
                    <a:pt x="533170" y="606334"/>
                  </a:cubicBezTo>
                  <a:cubicBezTo>
                    <a:pt x="384855" y="647792"/>
                    <a:pt x="308476" y="686433"/>
                    <a:pt x="308476" y="784588"/>
                  </a:cubicBezTo>
                  <a:cubicBezTo>
                    <a:pt x="308476" y="871836"/>
                    <a:pt x="369543" y="919830"/>
                    <a:pt x="441552" y="919830"/>
                  </a:cubicBezTo>
                  <a:cubicBezTo>
                    <a:pt x="550612" y="919830"/>
                    <a:pt x="655340" y="839118"/>
                    <a:pt x="677152" y="71261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585E135E-B946-7ED3-A602-BF3437A397C1}"/>
                </a:ext>
              </a:extLst>
            </p:cNvPr>
            <p:cNvSpPr/>
            <p:nvPr/>
          </p:nvSpPr>
          <p:spPr>
            <a:xfrm>
              <a:off x="8099474" y="4191379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7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6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7"/>
                    <a:pt x="438410" y="1100177"/>
                  </a:cubicBezTo>
                  <a:cubicBezTo>
                    <a:pt x="257159" y="1100177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08E3ADCC-8696-DBDD-5BF0-E47211209621}"/>
                </a:ext>
              </a:extLst>
            </p:cNvPr>
            <p:cNvSpPr/>
            <p:nvPr/>
          </p:nvSpPr>
          <p:spPr>
            <a:xfrm>
              <a:off x="8099474" y="2807536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8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7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8"/>
                    <a:pt x="438410" y="1100178"/>
                  </a:cubicBezTo>
                  <a:cubicBezTo>
                    <a:pt x="257159" y="1100178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8" name="TextBox 2">
            <a:extLst>
              <a:ext uri="{FF2B5EF4-FFF2-40B4-BE49-F238E27FC236}">
                <a16:creationId xmlns:a16="http://schemas.microsoft.com/office/drawing/2014/main" id="{0FC36BE7-4CCD-3D0C-2360-2A5120151A31}"/>
              </a:ext>
            </a:extLst>
          </p:cNvPr>
          <p:cNvSpPr txBox="1"/>
          <p:nvPr userDrawn="1"/>
        </p:nvSpPr>
        <p:spPr>
          <a:xfrm>
            <a:off x="304799" y="4536000"/>
            <a:ext cx="5791201" cy="1137600"/>
          </a:xfrm>
          <a:prstGeom prst="rect">
            <a:avLst/>
          </a:prstGeom>
          <a:noFill/>
        </p:spPr>
        <p:txBody>
          <a:bodyPr wrap="square" lIns="0" tIns="0" rIns="0" bIns="0" numCol="1" spcCol="14400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1000" kern="100" spc="-10" baseline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Der Inhalt dieses Dokuments ist vertraulich und nicht zur Weitergabe an andere Personen als die Adressat*innen bestimmt. Eine Weitergabe an Dritte darf nur mit vorheriger schriftlicher Zustimmung </a:t>
            </a:r>
            <a:br>
              <a:rPr lang="de-DE" sz="1000" kern="100" spc="-10" baseline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1000" kern="100" spc="-10" baseline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von </a:t>
            </a:r>
            <a:r>
              <a:rPr lang="de-DE" sz="1000" kern="100" spc="-10" baseline="0" err="1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Forvis</a:t>
            </a:r>
            <a:r>
              <a:rPr lang="de-DE" sz="1000" kern="100" spc="-10" baseline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Mazars erfolgen.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B49F186-25C1-CAB7-984D-B8915B57A1E7}"/>
              </a:ext>
            </a:extLst>
          </p:cNvPr>
          <p:cNvSpPr txBox="1"/>
          <p:nvPr userDrawn="1"/>
        </p:nvSpPr>
        <p:spPr>
          <a:xfrm>
            <a:off x="315558" y="1779410"/>
            <a:ext cx="5791200" cy="69249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lvl="0"/>
            <a:r>
              <a:rPr lang="en-US" sz="1400">
                <a:solidFill>
                  <a:schemeClr val="bg1"/>
                </a:solidFill>
              </a:rPr>
              <a:t>Forvis Mazars Advisors GmbH &amp; Co. KG </a:t>
            </a:r>
          </a:p>
          <a:p>
            <a:pPr lvl="0"/>
            <a:r>
              <a:rPr lang="de-DE" sz="1400">
                <a:solidFill>
                  <a:schemeClr val="bg1"/>
                </a:solidFill>
              </a:rPr>
              <a:t>Domstra</a:t>
            </a:r>
            <a:r>
              <a:rPr lang="de-DE" sz="1400">
                <a:solidFill>
                  <a:schemeClr val="bg1"/>
                </a:solidFill>
                <a:cs typeface="Arial"/>
              </a:rPr>
              <a:t>ß</a:t>
            </a:r>
            <a:r>
              <a:rPr lang="de-DE" sz="1400">
                <a:solidFill>
                  <a:schemeClr val="bg1"/>
                </a:solidFill>
              </a:rPr>
              <a:t>e 15 | 20095 Hamburg</a:t>
            </a:r>
            <a:br>
              <a:rPr lang="de-DE" sz="1400">
                <a:solidFill>
                  <a:schemeClr val="bg1"/>
                </a:solidFill>
              </a:rPr>
            </a:br>
            <a:r>
              <a:rPr lang="de-DE" sz="1400">
                <a:solidFill>
                  <a:schemeClr val="bg1"/>
                </a:solidFill>
              </a:rPr>
              <a:t>Tel: +49 40 288 01 0 </a:t>
            </a:r>
          </a:p>
        </p:txBody>
      </p:sp>
    </p:spTree>
    <p:extLst>
      <p:ext uri="{BB962C8B-B14F-4D97-AF65-F5344CB8AC3E}">
        <p14:creationId xmlns:p14="http://schemas.microsoft.com/office/powerpoint/2010/main" val="1305993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4170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tro - indigo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D19440D8-36C8-9F20-5BE6-5D024AE51BA0}"/>
              </a:ext>
            </a:extLst>
          </p:cNvPr>
          <p:cNvSpPr txBox="1"/>
          <p:nvPr userDrawn="1"/>
        </p:nvSpPr>
        <p:spPr>
          <a:xfrm>
            <a:off x="304800" y="298800"/>
            <a:ext cx="1061188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Contact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54649-4A4B-29E4-6982-D75D679FBBB3}"/>
              </a:ext>
            </a:extLst>
          </p:cNvPr>
          <p:cNvSpPr txBox="1"/>
          <p:nvPr userDrawn="1"/>
        </p:nvSpPr>
        <p:spPr>
          <a:xfrm>
            <a:off x="304800" y="1260000"/>
            <a:ext cx="326886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GB" b="1" err="1">
                <a:solidFill>
                  <a:schemeClr val="bg1"/>
                </a:solidFill>
              </a:rPr>
              <a:t>Forvis</a:t>
            </a:r>
            <a:r>
              <a:rPr lang="en-GB" b="1">
                <a:solidFill>
                  <a:schemeClr val="bg1"/>
                </a:solidFill>
              </a:rPr>
              <a:t> Mazars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0646158-6A81-A2DD-C44D-921AE4DD9EC2}"/>
              </a:ext>
            </a:extLst>
          </p:cNvPr>
          <p:cNvSpPr txBox="1">
            <a:spLocks/>
          </p:cNvSpPr>
          <p:nvPr userDrawn="1"/>
        </p:nvSpPr>
        <p:spPr>
          <a:xfrm>
            <a:off x="304799" y="5585255"/>
            <a:ext cx="3268869" cy="270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noProof="0">
                <a:solidFill>
                  <a:schemeClr val="bg1"/>
                </a:solidFill>
              </a:rPr>
              <a:t>© Forvis Mazars 2026.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9062D-C241-7766-3A4A-20ED6C84594E}"/>
              </a:ext>
            </a:extLst>
          </p:cNvPr>
          <p:cNvSpPr txBox="1"/>
          <p:nvPr userDrawn="1"/>
        </p:nvSpPr>
        <p:spPr>
          <a:xfrm>
            <a:off x="-6392332" y="30480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Bitte halten Sie sich an folgende Anweisungen, wenn Sie diese Folienvorlage verwenden: </a:t>
            </a:r>
          </a:p>
          <a:p>
            <a:b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</a:b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Sie haben die Möglichkeit, eine andere Farbe für den Hintergrund der Deckblätter, der Trennfolien und der Abschlussfolien aus den folgenden Optionen zu wählen:</a:t>
            </a:r>
          </a:p>
          <a:p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Weiß</a:t>
            </a: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Indigo </a:t>
            </a:r>
            <a:r>
              <a:rPr lang="de-DE" sz="1200" i="1" err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Dye</a:t>
            </a:r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- True Blue oder eine beliebige Farbe aus der "Vision"-Farbpalette </a:t>
            </a: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(siehe Folie 2).</a:t>
            </a:r>
            <a:endParaRPr lang="en-US" sz="120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666CC19B-1B6C-5FFE-209A-A956EC961603}"/>
              </a:ext>
            </a:extLst>
          </p:cNvPr>
          <p:cNvSpPr txBox="1"/>
          <p:nvPr userDrawn="1"/>
        </p:nvSpPr>
        <p:spPr>
          <a:xfrm>
            <a:off x="7360824" y="298800"/>
            <a:ext cx="1496051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Follow us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FCC3F08D-22E5-C944-B3FD-93EDDE5B1F96}"/>
              </a:ext>
            </a:extLst>
          </p:cNvPr>
          <p:cNvSpPr txBox="1"/>
          <p:nvPr userDrawn="1"/>
        </p:nvSpPr>
        <p:spPr>
          <a:xfrm>
            <a:off x="7360824" y="1258888"/>
            <a:ext cx="4531139" cy="30777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LinkedIn: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Xing: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Facebook: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Instagram: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endParaRPr lang="en-GB" sz="1400" b="1">
              <a:solidFill>
                <a:schemeClr val="bg1"/>
              </a:solidFill>
            </a:endParaRPr>
          </a:p>
          <a:p>
            <a:r>
              <a:rPr lang="en-GB" sz="1400" b="1">
                <a:solidFill>
                  <a:schemeClr val="bg1"/>
                </a:solidFill>
              </a:rPr>
              <a:t>Find out more at www.forvismazars.com/de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E133A6C8-E540-3C8E-CF67-EFBE87E548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811963" y="6165234"/>
            <a:ext cx="1080000" cy="453765"/>
            <a:chOff x="1721984" y="2257682"/>
            <a:chExt cx="7247953" cy="3045250"/>
          </a:xfrm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46C20214-B030-8875-9F79-F18723811C18}"/>
                </a:ext>
              </a:extLst>
            </p:cNvPr>
            <p:cNvSpPr/>
            <p:nvPr/>
          </p:nvSpPr>
          <p:spPr>
            <a:xfrm>
              <a:off x="1721984" y="4167798"/>
              <a:ext cx="1948179" cy="1135134"/>
            </a:xfrm>
            <a:custGeom>
              <a:avLst/>
              <a:gdLst>
                <a:gd name="connsiteX0" fmla="*/ 1948179 w 1948179"/>
                <a:gd name="connsiteY0" fmla="*/ 391066 h 1135134"/>
                <a:gd name="connsiteX1" fmla="*/ 1641834 w 1948179"/>
                <a:gd name="connsiteY1" fmla="*/ 0 h 1135134"/>
                <a:gd name="connsiteX2" fmla="*/ 1272508 w 1948179"/>
                <a:gd name="connsiteY2" fmla="*/ 302012 h 1135134"/>
                <a:gd name="connsiteX3" fmla="*/ 1257305 w 1948179"/>
                <a:gd name="connsiteY3" fmla="*/ 302012 h 1135134"/>
                <a:gd name="connsiteX4" fmla="*/ 955329 w 1948179"/>
                <a:gd name="connsiteY4" fmla="*/ 0 h 1135134"/>
                <a:gd name="connsiteX5" fmla="*/ 581633 w 1948179"/>
                <a:gd name="connsiteY5" fmla="*/ 312846 h 1135134"/>
                <a:gd name="connsiteX6" fmla="*/ 566177 w 1948179"/>
                <a:gd name="connsiteY6" fmla="*/ 312846 h 1135134"/>
                <a:gd name="connsiteX7" fmla="*/ 333646 w 1948179"/>
                <a:gd name="connsiteY7" fmla="*/ 28240 h 1135134"/>
                <a:gd name="connsiteX8" fmla="*/ 223972 w 1948179"/>
                <a:gd name="connsiteY8" fmla="*/ 10870 h 1135134"/>
                <a:gd name="connsiteX9" fmla="*/ 0 w 1948179"/>
                <a:gd name="connsiteY9" fmla="*/ 10870 h 1135134"/>
                <a:gd name="connsiteX10" fmla="*/ 0 w 1948179"/>
                <a:gd name="connsiteY10" fmla="*/ 257990 h 1135134"/>
                <a:gd name="connsiteX11" fmla="*/ 283991 w 1948179"/>
                <a:gd name="connsiteY11" fmla="*/ 258099 h 1135134"/>
                <a:gd name="connsiteX12" fmla="*/ 283991 w 1948179"/>
                <a:gd name="connsiteY12" fmla="*/ 1116717 h 1135134"/>
                <a:gd name="connsiteX13" fmla="*/ 585967 w 1948179"/>
                <a:gd name="connsiteY13" fmla="*/ 1116717 h 1135134"/>
                <a:gd name="connsiteX14" fmla="*/ 585967 w 1948179"/>
                <a:gd name="connsiteY14" fmla="*/ 562710 h 1135134"/>
                <a:gd name="connsiteX15" fmla="*/ 597342 w 1948179"/>
                <a:gd name="connsiteY15" fmla="*/ 466506 h 1135134"/>
                <a:gd name="connsiteX16" fmla="*/ 820592 w 1948179"/>
                <a:gd name="connsiteY16" fmla="*/ 254198 h 1135134"/>
                <a:gd name="connsiteX17" fmla="*/ 968330 w 1948179"/>
                <a:gd name="connsiteY17" fmla="*/ 473656 h 1135134"/>
                <a:gd name="connsiteX18" fmla="*/ 968330 w 1948179"/>
                <a:gd name="connsiteY18" fmla="*/ 1116753 h 1135134"/>
                <a:gd name="connsiteX19" fmla="*/ 1270305 w 1948179"/>
                <a:gd name="connsiteY19" fmla="*/ 1116753 h 1135134"/>
                <a:gd name="connsiteX20" fmla="*/ 1270305 w 1948179"/>
                <a:gd name="connsiteY20" fmla="*/ 549710 h 1135134"/>
                <a:gd name="connsiteX21" fmla="*/ 1511467 w 1948179"/>
                <a:gd name="connsiteY21" fmla="*/ 254234 h 1135134"/>
                <a:gd name="connsiteX22" fmla="*/ 1644001 w 1948179"/>
                <a:gd name="connsiteY22" fmla="*/ 473692 h 1135134"/>
                <a:gd name="connsiteX23" fmla="*/ 1644001 w 1948179"/>
                <a:gd name="connsiteY23" fmla="*/ 833231 h 1135134"/>
                <a:gd name="connsiteX24" fmla="*/ 1948179 w 1948179"/>
                <a:gd name="connsiteY24" fmla="*/ 1135135 h 1135134"/>
                <a:gd name="connsiteX25" fmla="*/ 1948179 w 1948179"/>
                <a:gd name="connsiteY25" fmla="*/ 391102 h 113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179" h="1135134">
                  <a:moveTo>
                    <a:pt x="1948179" y="391066"/>
                  </a:moveTo>
                  <a:cubicBezTo>
                    <a:pt x="1948179" y="149904"/>
                    <a:pt x="1852589" y="0"/>
                    <a:pt x="1641834" y="0"/>
                  </a:cubicBezTo>
                  <a:cubicBezTo>
                    <a:pt x="1468023" y="0"/>
                    <a:pt x="1335489" y="108627"/>
                    <a:pt x="1272508" y="302012"/>
                  </a:cubicBezTo>
                  <a:lnTo>
                    <a:pt x="1257305" y="302012"/>
                  </a:lnTo>
                  <a:cubicBezTo>
                    <a:pt x="1239934" y="128201"/>
                    <a:pt x="1142141" y="0"/>
                    <a:pt x="955329" y="0"/>
                  </a:cubicBezTo>
                  <a:cubicBezTo>
                    <a:pt x="768517" y="0"/>
                    <a:pt x="640317" y="115128"/>
                    <a:pt x="581633" y="312846"/>
                  </a:cubicBezTo>
                  <a:lnTo>
                    <a:pt x="566177" y="312846"/>
                  </a:lnTo>
                  <a:cubicBezTo>
                    <a:pt x="527067" y="181539"/>
                    <a:pt x="455238" y="69770"/>
                    <a:pt x="333646" y="28240"/>
                  </a:cubicBezTo>
                  <a:cubicBezTo>
                    <a:pt x="300820" y="17009"/>
                    <a:pt x="264382" y="10870"/>
                    <a:pt x="223972" y="10870"/>
                  </a:cubicBezTo>
                  <a:lnTo>
                    <a:pt x="0" y="10870"/>
                  </a:lnTo>
                  <a:lnTo>
                    <a:pt x="0" y="257990"/>
                  </a:lnTo>
                  <a:lnTo>
                    <a:pt x="283991" y="258099"/>
                  </a:lnTo>
                  <a:lnTo>
                    <a:pt x="283991" y="1116717"/>
                  </a:lnTo>
                  <a:lnTo>
                    <a:pt x="585967" y="1116717"/>
                  </a:lnTo>
                  <a:lnTo>
                    <a:pt x="585967" y="562710"/>
                  </a:lnTo>
                  <a:cubicBezTo>
                    <a:pt x="586725" y="527536"/>
                    <a:pt x="590806" y="495613"/>
                    <a:pt x="597342" y="466506"/>
                  </a:cubicBezTo>
                  <a:cubicBezTo>
                    <a:pt x="629158" y="324727"/>
                    <a:pt x="723268" y="254198"/>
                    <a:pt x="820592" y="254198"/>
                  </a:cubicBezTo>
                  <a:cubicBezTo>
                    <a:pt x="917916" y="254198"/>
                    <a:pt x="968330" y="297642"/>
                    <a:pt x="968330" y="473656"/>
                  </a:cubicBezTo>
                  <a:lnTo>
                    <a:pt x="968330" y="1116753"/>
                  </a:lnTo>
                  <a:lnTo>
                    <a:pt x="1270305" y="1116753"/>
                  </a:lnTo>
                  <a:lnTo>
                    <a:pt x="1270305" y="549710"/>
                  </a:lnTo>
                  <a:cubicBezTo>
                    <a:pt x="1292045" y="330288"/>
                    <a:pt x="1405006" y="254234"/>
                    <a:pt x="1511467" y="254234"/>
                  </a:cubicBezTo>
                  <a:cubicBezTo>
                    <a:pt x="1617927" y="254234"/>
                    <a:pt x="1644001" y="328121"/>
                    <a:pt x="1644001" y="473692"/>
                  </a:cubicBezTo>
                  <a:lnTo>
                    <a:pt x="1644001" y="833231"/>
                  </a:lnTo>
                  <a:cubicBezTo>
                    <a:pt x="1644001" y="1005923"/>
                    <a:pt x="1755662" y="1125384"/>
                    <a:pt x="1948179" y="1135135"/>
                  </a:cubicBezTo>
                  <a:lnTo>
                    <a:pt x="1948179" y="39110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7B17CCD1-09C2-DD76-8AB1-95E832920551}"/>
                </a:ext>
              </a:extLst>
            </p:cNvPr>
            <p:cNvSpPr/>
            <p:nvPr/>
          </p:nvSpPr>
          <p:spPr>
            <a:xfrm>
              <a:off x="5035697" y="4193979"/>
              <a:ext cx="910332" cy="1088477"/>
            </a:xfrm>
            <a:custGeom>
              <a:avLst/>
              <a:gdLst>
                <a:gd name="connsiteX0" fmla="*/ 326785 w 910332"/>
                <a:gd name="connsiteY0" fmla="*/ 851469 h 1088477"/>
                <a:gd name="connsiteX1" fmla="*/ 897296 w 910332"/>
                <a:gd name="connsiteY1" fmla="*/ 235817 h 1088477"/>
                <a:gd name="connsiteX2" fmla="*/ 897296 w 910332"/>
                <a:gd name="connsiteY2" fmla="*/ 5381 h 1088477"/>
                <a:gd name="connsiteX3" fmla="*/ 897296 w 910332"/>
                <a:gd name="connsiteY3" fmla="*/ 5381 h 1088477"/>
                <a:gd name="connsiteX4" fmla="*/ 897296 w 910332"/>
                <a:gd name="connsiteY4" fmla="*/ 0 h 1088477"/>
                <a:gd name="connsiteX5" fmla="*/ 22535 w 910332"/>
                <a:gd name="connsiteY5" fmla="*/ 0 h 1088477"/>
                <a:gd name="connsiteX6" fmla="*/ 22535 w 910332"/>
                <a:gd name="connsiteY6" fmla="*/ 225958 h 1088477"/>
                <a:gd name="connsiteX7" fmla="*/ 600629 w 910332"/>
                <a:gd name="connsiteY7" fmla="*/ 225958 h 1088477"/>
                <a:gd name="connsiteX8" fmla="*/ 0 w 910332"/>
                <a:gd name="connsiteY8" fmla="*/ 868947 h 1088477"/>
                <a:gd name="connsiteX9" fmla="*/ 0 w 910332"/>
                <a:gd name="connsiteY9" fmla="*/ 1088477 h 1088477"/>
                <a:gd name="connsiteX10" fmla="*/ 910333 w 910332"/>
                <a:gd name="connsiteY10" fmla="*/ 1088477 h 1088477"/>
                <a:gd name="connsiteX11" fmla="*/ 910333 w 910332"/>
                <a:gd name="connsiteY11" fmla="*/ 851469 h 1088477"/>
                <a:gd name="connsiteX12" fmla="*/ 326785 w 910332"/>
                <a:gd name="connsiteY12" fmla="*/ 851469 h 10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0332" h="1088477">
                  <a:moveTo>
                    <a:pt x="326785" y="851469"/>
                  </a:moveTo>
                  <a:lnTo>
                    <a:pt x="897296" y="235817"/>
                  </a:lnTo>
                  <a:lnTo>
                    <a:pt x="897296" y="5381"/>
                  </a:lnTo>
                  <a:lnTo>
                    <a:pt x="897296" y="5381"/>
                  </a:lnTo>
                  <a:lnTo>
                    <a:pt x="897296" y="0"/>
                  </a:lnTo>
                  <a:lnTo>
                    <a:pt x="22535" y="0"/>
                  </a:lnTo>
                  <a:lnTo>
                    <a:pt x="22535" y="225958"/>
                  </a:lnTo>
                  <a:lnTo>
                    <a:pt x="600629" y="225958"/>
                  </a:lnTo>
                  <a:lnTo>
                    <a:pt x="0" y="868947"/>
                  </a:lnTo>
                  <a:lnTo>
                    <a:pt x="0" y="1088477"/>
                  </a:lnTo>
                  <a:lnTo>
                    <a:pt x="910333" y="1088477"/>
                  </a:lnTo>
                  <a:lnTo>
                    <a:pt x="910333" y="851469"/>
                  </a:lnTo>
                  <a:lnTo>
                    <a:pt x="326785" y="851469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81FF7235-0175-C3C4-32BE-720D09857F36}"/>
                </a:ext>
              </a:extLst>
            </p:cNvPr>
            <p:cNvSpPr/>
            <p:nvPr/>
          </p:nvSpPr>
          <p:spPr>
            <a:xfrm>
              <a:off x="6099401" y="4169495"/>
              <a:ext cx="1028023" cy="1115344"/>
            </a:xfrm>
            <a:custGeom>
              <a:avLst/>
              <a:gdLst>
                <a:gd name="connsiteX0" fmla="*/ 670832 w 1028023"/>
                <a:gd name="connsiteY0" fmla="*/ 897368 h 1115344"/>
                <a:gd name="connsiteX1" fmla="*/ 328879 w 1028023"/>
                <a:gd name="connsiteY1" fmla="*/ 1115345 h 1115344"/>
                <a:gd name="connsiteX2" fmla="*/ 0 w 1028023"/>
                <a:gd name="connsiteY2" fmla="*/ 836373 h 1115344"/>
                <a:gd name="connsiteX3" fmla="*/ 389874 w 1028023"/>
                <a:gd name="connsiteY3" fmla="*/ 498754 h 1115344"/>
                <a:gd name="connsiteX4" fmla="*/ 668665 w 1028023"/>
                <a:gd name="connsiteY4" fmla="*/ 415984 h 1115344"/>
                <a:gd name="connsiteX5" fmla="*/ 668665 w 1028023"/>
                <a:gd name="connsiteY5" fmla="*/ 392041 h 1115344"/>
                <a:gd name="connsiteX6" fmla="*/ 483515 w 1028023"/>
                <a:gd name="connsiteY6" fmla="*/ 224333 h 1115344"/>
                <a:gd name="connsiteX7" fmla="*/ 235203 w 1028023"/>
                <a:gd name="connsiteY7" fmla="*/ 383338 h 1115344"/>
                <a:gd name="connsiteX8" fmla="*/ 8703 w 1028023"/>
                <a:gd name="connsiteY8" fmla="*/ 261349 h 1115344"/>
                <a:gd name="connsiteX9" fmla="*/ 513994 w 1028023"/>
                <a:gd name="connsiteY9" fmla="*/ 0 h 1115344"/>
                <a:gd name="connsiteX10" fmla="*/ 964863 w 1028023"/>
                <a:gd name="connsiteY10" fmla="*/ 409483 h 1115344"/>
                <a:gd name="connsiteX11" fmla="*/ 964863 w 1028023"/>
                <a:gd name="connsiteY11" fmla="*/ 762342 h 1115344"/>
                <a:gd name="connsiteX12" fmla="*/ 1028024 w 1028023"/>
                <a:gd name="connsiteY12" fmla="*/ 1112528 h 1115344"/>
                <a:gd name="connsiteX13" fmla="*/ 725290 w 1028023"/>
                <a:gd name="connsiteY13" fmla="*/ 1112528 h 1115344"/>
                <a:gd name="connsiteX14" fmla="*/ 670832 w 1028023"/>
                <a:gd name="connsiteY14" fmla="*/ 897404 h 1115344"/>
                <a:gd name="connsiteX15" fmla="*/ 676104 w 1028023"/>
                <a:gd name="connsiteY15" fmla="*/ 711603 h 1115344"/>
                <a:gd name="connsiteX16" fmla="*/ 676104 w 1028023"/>
                <a:gd name="connsiteY16" fmla="*/ 543715 h 1115344"/>
                <a:gd name="connsiteX17" fmla="*/ 676104 w 1028023"/>
                <a:gd name="connsiteY17" fmla="*/ 543715 h 1115344"/>
                <a:gd name="connsiteX18" fmla="*/ 532339 w 1028023"/>
                <a:gd name="connsiteY18" fmla="*/ 605468 h 1115344"/>
                <a:gd name="connsiteX19" fmla="*/ 308006 w 1028023"/>
                <a:gd name="connsiteY19" fmla="*/ 783468 h 1115344"/>
                <a:gd name="connsiteX20" fmla="*/ 440865 w 1028023"/>
                <a:gd name="connsiteY20" fmla="*/ 918494 h 1115344"/>
                <a:gd name="connsiteX21" fmla="*/ 676104 w 1028023"/>
                <a:gd name="connsiteY21" fmla="*/ 711567 h 111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8023" h="1115344">
                  <a:moveTo>
                    <a:pt x="670832" y="897368"/>
                  </a:moveTo>
                  <a:cubicBezTo>
                    <a:pt x="620093" y="1041639"/>
                    <a:pt x="485681" y="1115345"/>
                    <a:pt x="328879" y="1115345"/>
                  </a:cubicBezTo>
                  <a:cubicBezTo>
                    <a:pt x="119786" y="1115345"/>
                    <a:pt x="0" y="1017154"/>
                    <a:pt x="0" y="836373"/>
                  </a:cubicBezTo>
                  <a:cubicBezTo>
                    <a:pt x="0" y="629447"/>
                    <a:pt x="163374" y="544509"/>
                    <a:pt x="389874" y="498754"/>
                  </a:cubicBezTo>
                  <a:cubicBezTo>
                    <a:pt x="577191" y="459536"/>
                    <a:pt x="659962" y="439963"/>
                    <a:pt x="668665" y="415984"/>
                  </a:cubicBezTo>
                  <a:lnTo>
                    <a:pt x="668665" y="392041"/>
                  </a:lnTo>
                  <a:cubicBezTo>
                    <a:pt x="668665" y="287494"/>
                    <a:pt x="616410" y="224333"/>
                    <a:pt x="483515" y="224333"/>
                  </a:cubicBezTo>
                  <a:cubicBezTo>
                    <a:pt x="350619" y="224333"/>
                    <a:pt x="270052" y="302734"/>
                    <a:pt x="235203" y="383338"/>
                  </a:cubicBezTo>
                  <a:lnTo>
                    <a:pt x="8703" y="261349"/>
                  </a:lnTo>
                  <a:cubicBezTo>
                    <a:pt x="87104" y="100177"/>
                    <a:pt x="278791" y="0"/>
                    <a:pt x="513994" y="0"/>
                  </a:cubicBezTo>
                  <a:cubicBezTo>
                    <a:pt x="821098" y="0"/>
                    <a:pt x="964863" y="143729"/>
                    <a:pt x="964863" y="409483"/>
                  </a:cubicBezTo>
                  <a:lnTo>
                    <a:pt x="964863" y="762342"/>
                  </a:lnTo>
                  <a:cubicBezTo>
                    <a:pt x="964863" y="988841"/>
                    <a:pt x="991008" y="1082013"/>
                    <a:pt x="1028024" y="1112528"/>
                  </a:cubicBezTo>
                  <a:lnTo>
                    <a:pt x="725290" y="1112528"/>
                  </a:lnTo>
                  <a:cubicBezTo>
                    <a:pt x="699144" y="1088585"/>
                    <a:pt x="677368" y="1021560"/>
                    <a:pt x="670832" y="897404"/>
                  </a:cubicBezTo>
                  <a:close/>
                  <a:moveTo>
                    <a:pt x="676104" y="711603"/>
                  </a:moveTo>
                  <a:lnTo>
                    <a:pt x="676104" y="543715"/>
                  </a:lnTo>
                  <a:lnTo>
                    <a:pt x="676104" y="543715"/>
                  </a:lnTo>
                  <a:cubicBezTo>
                    <a:pt x="646564" y="571016"/>
                    <a:pt x="610776" y="581525"/>
                    <a:pt x="532339" y="605468"/>
                  </a:cubicBezTo>
                  <a:cubicBezTo>
                    <a:pt x="384241" y="646853"/>
                    <a:pt x="308006" y="685458"/>
                    <a:pt x="308006" y="783468"/>
                  </a:cubicBezTo>
                  <a:cubicBezTo>
                    <a:pt x="308006" y="870608"/>
                    <a:pt x="369001" y="918494"/>
                    <a:pt x="440865" y="918494"/>
                  </a:cubicBezTo>
                  <a:cubicBezTo>
                    <a:pt x="549782" y="918494"/>
                    <a:pt x="654328" y="837926"/>
                    <a:pt x="676104" y="71156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8F41DE6D-FB05-FDA5-5A21-9310B6FD7631}"/>
                </a:ext>
              </a:extLst>
            </p:cNvPr>
            <p:cNvSpPr/>
            <p:nvPr/>
          </p:nvSpPr>
          <p:spPr>
            <a:xfrm>
              <a:off x="4301487" y="2782401"/>
              <a:ext cx="1066448" cy="1110650"/>
            </a:xfrm>
            <a:custGeom>
              <a:avLst/>
              <a:gdLst>
                <a:gd name="connsiteX0" fmla="*/ 0 w 1066448"/>
                <a:gd name="connsiteY0" fmla="*/ 556390 h 1110650"/>
                <a:gd name="connsiteX1" fmla="*/ 541657 w 1066448"/>
                <a:gd name="connsiteY1" fmla="*/ 0 h 1110650"/>
                <a:gd name="connsiteX2" fmla="*/ 1066448 w 1066448"/>
                <a:gd name="connsiteY2" fmla="*/ 545846 h 1110650"/>
                <a:gd name="connsiteX3" fmla="*/ 526923 w 1066448"/>
                <a:gd name="connsiteY3" fmla="*/ 1110650 h 1110650"/>
                <a:gd name="connsiteX4" fmla="*/ 36 w 1066448"/>
                <a:gd name="connsiteY4" fmla="*/ 556354 h 1110650"/>
                <a:gd name="connsiteX5" fmla="*/ 765051 w 1066448"/>
                <a:gd name="connsiteY5" fmla="*/ 550071 h 1110650"/>
                <a:gd name="connsiteX6" fmla="*/ 537431 w 1066448"/>
                <a:gd name="connsiteY6" fmla="*/ 216569 h 1110650"/>
                <a:gd name="connsiteX7" fmla="*/ 305587 w 1066448"/>
                <a:gd name="connsiteY7" fmla="*/ 547976 h 1110650"/>
                <a:gd name="connsiteX8" fmla="*/ 528981 w 1066448"/>
                <a:gd name="connsiteY8" fmla="*/ 892023 h 1110650"/>
                <a:gd name="connsiteX9" fmla="*/ 765051 w 1066448"/>
                <a:gd name="connsiteY9" fmla="*/ 550071 h 111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6448" h="1110650">
                  <a:moveTo>
                    <a:pt x="0" y="556390"/>
                  </a:moveTo>
                  <a:cubicBezTo>
                    <a:pt x="0" y="238164"/>
                    <a:pt x="198115" y="0"/>
                    <a:pt x="541657" y="0"/>
                  </a:cubicBezTo>
                  <a:cubicBezTo>
                    <a:pt x="885198" y="0"/>
                    <a:pt x="1066448" y="214980"/>
                    <a:pt x="1066448" y="545846"/>
                  </a:cubicBezTo>
                  <a:cubicBezTo>
                    <a:pt x="1066448" y="876711"/>
                    <a:pt x="868333" y="1110650"/>
                    <a:pt x="526923" y="1110650"/>
                  </a:cubicBezTo>
                  <a:cubicBezTo>
                    <a:pt x="185512" y="1110650"/>
                    <a:pt x="36" y="893576"/>
                    <a:pt x="36" y="556354"/>
                  </a:cubicBezTo>
                  <a:close/>
                  <a:moveTo>
                    <a:pt x="765051" y="550071"/>
                  </a:moveTo>
                  <a:cubicBezTo>
                    <a:pt x="765051" y="335091"/>
                    <a:pt x="689177" y="216569"/>
                    <a:pt x="537431" y="216569"/>
                  </a:cubicBezTo>
                  <a:cubicBezTo>
                    <a:pt x="385685" y="216569"/>
                    <a:pt x="305587" y="335127"/>
                    <a:pt x="305587" y="547976"/>
                  </a:cubicBezTo>
                  <a:cubicBezTo>
                    <a:pt x="305587" y="760825"/>
                    <a:pt x="379329" y="892023"/>
                    <a:pt x="528981" y="892023"/>
                  </a:cubicBezTo>
                  <a:cubicBezTo>
                    <a:pt x="678633" y="892023"/>
                    <a:pt x="765051" y="769276"/>
                    <a:pt x="765051" y="55007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84B027F2-8B44-38D0-ED1E-639276059F98}"/>
                </a:ext>
              </a:extLst>
            </p:cNvPr>
            <p:cNvSpPr/>
            <p:nvPr/>
          </p:nvSpPr>
          <p:spPr>
            <a:xfrm>
              <a:off x="6410838" y="2808294"/>
              <a:ext cx="1066231" cy="1086021"/>
            </a:xfrm>
            <a:custGeom>
              <a:avLst/>
              <a:gdLst>
                <a:gd name="connsiteX0" fmla="*/ 0 w 1066231"/>
                <a:gd name="connsiteY0" fmla="*/ 1228 h 1086021"/>
                <a:gd name="connsiteX1" fmla="*/ 283955 w 1066231"/>
                <a:gd name="connsiteY1" fmla="*/ 1228 h 1086021"/>
                <a:gd name="connsiteX2" fmla="*/ 526381 w 1066231"/>
                <a:gd name="connsiteY2" fmla="*/ 790691 h 1086021"/>
                <a:gd name="connsiteX3" fmla="*/ 539381 w 1066231"/>
                <a:gd name="connsiteY3" fmla="*/ 790691 h 1086021"/>
                <a:gd name="connsiteX4" fmla="*/ 777545 w 1066231"/>
                <a:gd name="connsiteY4" fmla="*/ 0 h 1086021"/>
                <a:gd name="connsiteX5" fmla="*/ 1066232 w 1066231"/>
                <a:gd name="connsiteY5" fmla="*/ 0 h 1086021"/>
                <a:gd name="connsiteX6" fmla="*/ 675346 w 1066231"/>
                <a:gd name="connsiteY6" fmla="*/ 1086021 h 1086021"/>
                <a:gd name="connsiteX7" fmla="*/ 394821 w 1066231"/>
                <a:gd name="connsiteY7" fmla="*/ 1084866 h 1086021"/>
                <a:gd name="connsiteX8" fmla="*/ 0 w 1066231"/>
                <a:gd name="connsiteY8" fmla="*/ 1228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31" h="1086021">
                  <a:moveTo>
                    <a:pt x="0" y="1228"/>
                  </a:moveTo>
                  <a:lnTo>
                    <a:pt x="283955" y="1228"/>
                  </a:lnTo>
                  <a:lnTo>
                    <a:pt x="526381" y="790691"/>
                  </a:lnTo>
                  <a:lnTo>
                    <a:pt x="539381" y="790691"/>
                  </a:lnTo>
                  <a:lnTo>
                    <a:pt x="777545" y="0"/>
                  </a:lnTo>
                  <a:lnTo>
                    <a:pt x="1066232" y="0"/>
                  </a:lnTo>
                  <a:lnTo>
                    <a:pt x="675346" y="1086021"/>
                  </a:lnTo>
                  <a:lnTo>
                    <a:pt x="394821" y="1084866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D40AD22B-3DD4-63CD-0366-13D18D99B334}"/>
                </a:ext>
              </a:extLst>
            </p:cNvPr>
            <p:cNvSpPr/>
            <p:nvPr/>
          </p:nvSpPr>
          <p:spPr>
            <a:xfrm>
              <a:off x="3393430" y="2257682"/>
              <a:ext cx="851865" cy="1636633"/>
            </a:xfrm>
            <a:custGeom>
              <a:avLst/>
              <a:gdLst>
                <a:gd name="connsiteX0" fmla="*/ 561374 w 851865"/>
                <a:gd name="connsiteY0" fmla="*/ 396700 h 1636633"/>
                <a:gd name="connsiteX1" fmla="*/ 717454 w 851865"/>
                <a:gd name="connsiteY1" fmla="*/ 227619 h 1636633"/>
                <a:gd name="connsiteX2" fmla="*/ 851866 w 851865"/>
                <a:gd name="connsiteY2" fmla="*/ 247120 h 1636633"/>
                <a:gd name="connsiteX3" fmla="*/ 851866 w 851865"/>
                <a:gd name="connsiteY3" fmla="*/ 26001 h 1636633"/>
                <a:gd name="connsiteX4" fmla="*/ 648117 w 851865"/>
                <a:gd name="connsiteY4" fmla="*/ 0 h 1636633"/>
                <a:gd name="connsiteX5" fmla="*/ 277419 w 851865"/>
                <a:gd name="connsiteY5" fmla="*/ 381496 h 1636633"/>
                <a:gd name="connsiteX6" fmla="*/ 277419 w 851865"/>
                <a:gd name="connsiteY6" fmla="*/ 550576 h 1636633"/>
                <a:gd name="connsiteX7" fmla="*/ 85226 w 851865"/>
                <a:gd name="connsiteY7" fmla="*/ 550576 h 1636633"/>
                <a:gd name="connsiteX8" fmla="*/ 0 w 851865"/>
                <a:gd name="connsiteY8" fmla="*/ 784696 h 1636633"/>
                <a:gd name="connsiteX9" fmla="*/ 277419 w 851865"/>
                <a:gd name="connsiteY9" fmla="*/ 784696 h 1636633"/>
                <a:gd name="connsiteX10" fmla="*/ 277419 w 851865"/>
                <a:gd name="connsiteY10" fmla="*/ 1636634 h 1636633"/>
                <a:gd name="connsiteX11" fmla="*/ 561410 w 851865"/>
                <a:gd name="connsiteY11" fmla="*/ 1636634 h 1636633"/>
                <a:gd name="connsiteX12" fmla="*/ 561410 w 851865"/>
                <a:gd name="connsiteY12" fmla="*/ 767831 h 1636633"/>
                <a:gd name="connsiteX13" fmla="*/ 552743 w 851865"/>
                <a:gd name="connsiteY13" fmla="*/ 784732 h 1636633"/>
                <a:gd name="connsiteX14" fmla="*/ 822650 w 851865"/>
                <a:gd name="connsiteY14" fmla="*/ 784732 h 1636633"/>
                <a:gd name="connsiteX15" fmla="*/ 822650 w 851865"/>
                <a:gd name="connsiteY15" fmla="*/ 550612 h 1636633"/>
                <a:gd name="connsiteX16" fmla="*/ 552743 w 851865"/>
                <a:gd name="connsiteY16" fmla="*/ 550612 h 1636633"/>
                <a:gd name="connsiteX17" fmla="*/ 561410 w 851865"/>
                <a:gd name="connsiteY17" fmla="*/ 585281 h 1636633"/>
                <a:gd name="connsiteX18" fmla="*/ 561410 w 851865"/>
                <a:gd name="connsiteY18" fmla="*/ 396700 h 163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1865" h="1636633">
                  <a:moveTo>
                    <a:pt x="561374" y="396700"/>
                  </a:moveTo>
                  <a:cubicBezTo>
                    <a:pt x="561374" y="273157"/>
                    <a:pt x="602543" y="227619"/>
                    <a:pt x="717454" y="227619"/>
                  </a:cubicBezTo>
                  <a:cubicBezTo>
                    <a:pt x="769492" y="227619"/>
                    <a:pt x="814995" y="236286"/>
                    <a:pt x="851866" y="247120"/>
                  </a:cubicBezTo>
                  <a:lnTo>
                    <a:pt x="851866" y="26001"/>
                  </a:lnTo>
                  <a:cubicBezTo>
                    <a:pt x="810697" y="15167"/>
                    <a:pt x="758658" y="0"/>
                    <a:pt x="648117" y="0"/>
                  </a:cubicBezTo>
                  <a:cubicBezTo>
                    <a:pt x="403164" y="0"/>
                    <a:pt x="277419" y="145246"/>
                    <a:pt x="277419" y="381496"/>
                  </a:cubicBezTo>
                  <a:lnTo>
                    <a:pt x="277419" y="550576"/>
                  </a:lnTo>
                  <a:lnTo>
                    <a:pt x="85226" y="550576"/>
                  </a:lnTo>
                  <a:lnTo>
                    <a:pt x="0" y="784696"/>
                  </a:lnTo>
                  <a:lnTo>
                    <a:pt x="277419" y="784696"/>
                  </a:lnTo>
                  <a:lnTo>
                    <a:pt x="277419" y="1636634"/>
                  </a:lnTo>
                  <a:lnTo>
                    <a:pt x="561410" y="1636634"/>
                  </a:lnTo>
                  <a:lnTo>
                    <a:pt x="561410" y="767831"/>
                  </a:lnTo>
                  <a:lnTo>
                    <a:pt x="552743" y="784732"/>
                  </a:lnTo>
                  <a:lnTo>
                    <a:pt x="822650" y="784732"/>
                  </a:lnTo>
                  <a:lnTo>
                    <a:pt x="822650" y="550612"/>
                  </a:lnTo>
                  <a:lnTo>
                    <a:pt x="552743" y="550612"/>
                  </a:lnTo>
                  <a:lnTo>
                    <a:pt x="561410" y="585281"/>
                  </a:lnTo>
                  <a:lnTo>
                    <a:pt x="561410" y="39670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4740FBD0-0CDA-C141-D523-4F8BB87C6203}"/>
                </a:ext>
              </a:extLst>
            </p:cNvPr>
            <p:cNvSpPr/>
            <p:nvPr/>
          </p:nvSpPr>
          <p:spPr>
            <a:xfrm>
              <a:off x="5437019" y="2809522"/>
              <a:ext cx="840273" cy="1083529"/>
            </a:xfrm>
            <a:custGeom>
              <a:avLst/>
              <a:gdLst>
                <a:gd name="connsiteX0" fmla="*/ 826190 w 840273"/>
                <a:gd name="connsiteY0" fmla="*/ 2492 h 1083529"/>
                <a:gd name="connsiteX1" fmla="*/ 462100 w 840273"/>
                <a:gd name="connsiteY1" fmla="*/ 341700 h 1083529"/>
                <a:gd name="connsiteX2" fmla="*/ 453108 w 840273"/>
                <a:gd name="connsiteY2" fmla="*/ 341772 h 1083529"/>
                <a:gd name="connsiteX3" fmla="*/ 464158 w 840273"/>
                <a:gd name="connsiteY3" fmla="*/ 154780 h 1083529"/>
                <a:gd name="connsiteX4" fmla="*/ 463870 w 840273"/>
                <a:gd name="connsiteY4" fmla="*/ 0 h 1083529"/>
                <a:gd name="connsiteX5" fmla="*/ 82410 w 840273"/>
                <a:gd name="connsiteY5" fmla="*/ 0 h 1083529"/>
                <a:gd name="connsiteX6" fmla="*/ 0 w 840273"/>
                <a:gd name="connsiteY6" fmla="*/ 224875 h 1083529"/>
                <a:gd name="connsiteX7" fmla="*/ 212849 w 840273"/>
                <a:gd name="connsiteY7" fmla="*/ 224875 h 1083529"/>
                <a:gd name="connsiteX8" fmla="*/ 212849 w 840273"/>
                <a:gd name="connsiteY8" fmla="*/ 1083530 h 1083529"/>
                <a:gd name="connsiteX9" fmla="*/ 488535 w 840273"/>
                <a:gd name="connsiteY9" fmla="*/ 1083530 h 1083529"/>
                <a:gd name="connsiteX10" fmla="*/ 488535 w 840273"/>
                <a:gd name="connsiteY10" fmla="*/ 684266 h 1083529"/>
                <a:gd name="connsiteX11" fmla="*/ 760970 w 840273"/>
                <a:gd name="connsiteY11" fmla="*/ 332708 h 1083529"/>
                <a:gd name="connsiteX12" fmla="*/ 840274 w 840273"/>
                <a:gd name="connsiteY12" fmla="*/ 332708 h 1083529"/>
                <a:gd name="connsiteX13" fmla="*/ 840274 w 840273"/>
                <a:gd name="connsiteY13" fmla="*/ 2456 h 1083529"/>
                <a:gd name="connsiteX14" fmla="*/ 826153 w 840273"/>
                <a:gd name="connsiteY14" fmla="*/ 2456 h 108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0273" h="1083529">
                  <a:moveTo>
                    <a:pt x="826190" y="2492"/>
                  </a:moveTo>
                  <a:cubicBezTo>
                    <a:pt x="640786" y="2492"/>
                    <a:pt x="490918" y="119786"/>
                    <a:pt x="462100" y="341700"/>
                  </a:cubicBezTo>
                  <a:lnTo>
                    <a:pt x="453108" y="341772"/>
                  </a:lnTo>
                  <a:lnTo>
                    <a:pt x="464158" y="154780"/>
                  </a:lnTo>
                  <a:lnTo>
                    <a:pt x="463870" y="0"/>
                  </a:lnTo>
                  <a:lnTo>
                    <a:pt x="82410" y="0"/>
                  </a:lnTo>
                  <a:lnTo>
                    <a:pt x="0" y="224875"/>
                  </a:lnTo>
                  <a:lnTo>
                    <a:pt x="212849" y="224875"/>
                  </a:lnTo>
                  <a:lnTo>
                    <a:pt x="212849" y="1083530"/>
                  </a:lnTo>
                  <a:lnTo>
                    <a:pt x="488535" y="1083530"/>
                  </a:lnTo>
                  <a:lnTo>
                    <a:pt x="488535" y="684266"/>
                  </a:lnTo>
                  <a:cubicBezTo>
                    <a:pt x="488535" y="440432"/>
                    <a:pt x="517894" y="332708"/>
                    <a:pt x="760970" y="332708"/>
                  </a:cubicBezTo>
                  <a:lnTo>
                    <a:pt x="840274" y="332708"/>
                  </a:lnTo>
                  <a:lnTo>
                    <a:pt x="840274" y="2456"/>
                  </a:lnTo>
                  <a:lnTo>
                    <a:pt x="826153" y="2456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B58AE009-8705-2D0F-963D-41316E9E779F}"/>
                </a:ext>
              </a:extLst>
            </p:cNvPr>
            <p:cNvSpPr/>
            <p:nvPr/>
          </p:nvSpPr>
          <p:spPr>
            <a:xfrm>
              <a:off x="7188817" y="4190765"/>
              <a:ext cx="848471" cy="1094074"/>
            </a:xfrm>
            <a:custGeom>
              <a:avLst/>
              <a:gdLst>
                <a:gd name="connsiteX0" fmla="*/ 834171 w 848471"/>
                <a:gd name="connsiteY0" fmla="*/ 2528 h 1094074"/>
                <a:gd name="connsiteX1" fmla="*/ 466542 w 848471"/>
                <a:gd name="connsiteY1" fmla="*/ 345022 h 1094074"/>
                <a:gd name="connsiteX2" fmla="*/ 457478 w 848471"/>
                <a:gd name="connsiteY2" fmla="*/ 345094 h 1094074"/>
                <a:gd name="connsiteX3" fmla="*/ 468636 w 848471"/>
                <a:gd name="connsiteY3" fmla="*/ 156296 h 1094074"/>
                <a:gd name="connsiteX4" fmla="*/ 468348 w 848471"/>
                <a:gd name="connsiteY4" fmla="*/ 0 h 1094074"/>
                <a:gd name="connsiteX5" fmla="*/ 83204 w 848471"/>
                <a:gd name="connsiteY5" fmla="*/ 0 h 1094074"/>
                <a:gd name="connsiteX6" fmla="*/ 0 w 848471"/>
                <a:gd name="connsiteY6" fmla="*/ 227078 h 1094074"/>
                <a:gd name="connsiteX7" fmla="*/ 214944 w 848471"/>
                <a:gd name="connsiteY7" fmla="*/ 227078 h 1094074"/>
                <a:gd name="connsiteX8" fmla="*/ 214944 w 848471"/>
                <a:gd name="connsiteY8" fmla="*/ 1094075 h 1094074"/>
                <a:gd name="connsiteX9" fmla="*/ 493302 w 848471"/>
                <a:gd name="connsiteY9" fmla="*/ 1094075 h 1094074"/>
                <a:gd name="connsiteX10" fmla="*/ 493302 w 848471"/>
                <a:gd name="connsiteY10" fmla="*/ 690911 h 1094074"/>
                <a:gd name="connsiteX11" fmla="*/ 768409 w 848471"/>
                <a:gd name="connsiteY11" fmla="*/ 335958 h 1094074"/>
                <a:gd name="connsiteX12" fmla="*/ 848471 w 848471"/>
                <a:gd name="connsiteY12" fmla="*/ 335958 h 1094074"/>
                <a:gd name="connsiteX13" fmla="*/ 848471 w 848471"/>
                <a:gd name="connsiteY13" fmla="*/ 2528 h 1094074"/>
                <a:gd name="connsiteX14" fmla="*/ 834207 w 848471"/>
                <a:gd name="connsiteY14" fmla="*/ 2528 h 109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8471" h="1094074">
                  <a:moveTo>
                    <a:pt x="834171" y="2528"/>
                  </a:moveTo>
                  <a:cubicBezTo>
                    <a:pt x="646962" y="2528"/>
                    <a:pt x="495649" y="120942"/>
                    <a:pt x="466542" y="345022"/>
                  </a:cubicBezTo>
                  <a:lnTo>
                    <a:pt x="457478" y="345094"/>
                  </a:lnTo>
                  <a:lnTo>
                    <a:pt x="468636" y="156296"/>
                  </a:lnTo>
                  <a:lnTo>
                    <a:pt x="468348" y="0"/>
                  </a:lnTo>
                  <a:lnTo>
                    <a:pt x="83204" y="0"/>
                  </a:lnTo>
                  <a:lnTo>
                    <a:pt x="0" y="227078"/>
                  </a:lnTo>
                  <a:lnTo>
                    <a:pt x="214944" y="227078"/>
                  </a:lnTo>
                  <a:lnTo>
                    <a:pt x="214944" y="1094075"/>
                  </a:lnTo>
                  <a:lnTo>
                    <a:pt x="493302" y="1094075"/>
                  </a:lnTo>
                  <a:lnTo>
                    <a:pt x="493302" y="690911"/>
                  </a:lnTo>
                  <a:cubicBezTo>
                    <a:pt x="493302" y="444730"/>
                    <a:pt x="522950" y="335958"/>
                    <a:pt x="768409" y="335958"/>
                  </a:cubicBezTo>
                  <a:lnTo>
                    <a:pt x="848471" y="335958"/>
                  </a:lnTo>
                  <a:lnTo>
                    <a:pt x="848471" y="2528"/>
                  </a:lnTo>
                  <a:lnTo>
                    <a:pt x="834207" y="25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F3877F66-6F4A-64A9-58C3-C1D456693A65}"/>
                </a:ext>
              </a:extLst>
            </p:cNvPr>
            <p:cNvSpPr/>
            <p:nvPr/>
          </p:nvSpPr>
          <p:spPr>
            <a:xfrm>
              <a:off x="7359955" y="2808294"/>
              <a:ext cx="682026" cy="1086021"/>
            </a:xfrm>
            <a:custGeom>
              <a:avLst/>
              <a:gdLst>
                <a:gd name="connsiteX0" fmla="*/ 0 w 682026"/>
                <a:gd name="connsiteY0" fmla="*/ 1086021 h 1086021"/>
                <a:gd name="connsiteX1" fmla="*/ 286772 w 682026"/>
                <a:gd name="connsiteY1" fmla="*/ 1086021 h 1086021"/>
                <a:gd name="connsiteX2" fmla="*/ 682027 w 682026"/>
                <a:gd name="connsiteY2" fmla="*/ 0 h 1086021"/>
                <a:gd name="connsiteX3" fmla="*/ 395291 w 682026"/>
                <a:gd name="connsiteY3" fmla="*/ 0 h 1086021"/>
                <a:gd name="connsiteX4" fmla="*/ 0 w 682026"/>
                <a:gd name="connsiteY4" fmla="*/ 1086021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026" h="1086021">
                  <a:moveTo>
                    <a:pt x="0" y="1086021"/>
                  </a:moveTo>
                  <a:lnTo>
                    <a:pt x="286772" y="1086021"/>
                  </a:lnTo>
                  <a:lnTo>
                    <a:pt x="682027" y="0"/>
                  </a:lnTo>
                  <a:lnTo>
                    <a:pt x="395291" y="0"/>
                  </a:lnTo>
                  <a:lnTo>
                    <a:pt x="0" y="1086021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F87806D3-11A1-7250-9925-89F3D530179F}"/>
                </a:ext>
              </a:extLst>
            </p:cNvPr>
            <p:cNvSpPr/>
            <p:nvPr/>
          </p:nvSpPr>
          <p:spPr>
            <a:xfrm>
              <a:off x="3838015" y="4167870"/>
              <a:ext cx="1029649" cy="1116969"/>
            </a:xfrm>
            <a:custGeom>
              <a:avLst/>
              <a:gdLst>
                <a:gd name="connsiteX0" fmla="*/ 671879 w 1029649"/>
                <a:gd name="connsiteY0" fmla="*/ 898668 h 1116969"/>
                <a:gd name="connsiteX1" fmla="*/ 329385 w 1029649"/>
                <a:gd name="connsiteY1" fmla="*/ 1116970 h 1116969"/>
                <a:gd name="connsiteX2" fmla="*/ 0 w 1029649"/>
                <a:gd name="connsiteY2" fmla="*/ 837601 h 1116969"/>
                <a:gd name="connsiteX3" fmla="*/ 390452 w 1029649"/>
                <a:gd name="connsiteY3" fmla="*/ 499477 h 1116969"/>
                <a:gd name="connsiteX4" fmla="*/ 669676 w 1029649"/>
                <a:gd name="connsiteY4" fmla="*/ 416598 h 1116969"/>
                <a:gd name="connsiteX5" fmla="*/ 669676 w 1029649"/>
                <a:gd name="connsiteY5" fmla="*/ 392619 h 1116969"/>
                <a:gd name="connsiteX6" fmla="*/ 484273 w 1029649"/>
                <a:gd name="connsiteY6" fmla="*/ 224658 h 1116969"/>
                <a:gd name="connsiteX7" fmla="*/ 235600 w 1029649"/>
                <a:gd name="connsiteY7" fmla="*/ 383916 h 1116969"/>
                <a:gd name="connsiteX8" fmla="*/ 8739 w 1029649"/>
                <a:gd name="connsiteY8" fmla="*/ 261746 h 1116969"/>
                <a:gd name="connsiteX9" fmla="*/ 514825 w 1029649"/>
                <a:gd name="connsiteY9" fmla="*/ 0 h 1116969"/>
                <a:gd name="connsiteX10" fmla="*/ 966379 w 1029649"/>
                <a:gd name="connsiteY10" fmla="*/ 410097 h 1116969"/>
                <a:gd name="connsiteX11" fmla="*/ 966379 w 1029649"/>
                <a:gd name="connsiteY11" fmla="*/ 763498 h 1116969"/>
                <a:gd name="connsiteX12" fmla="*/ 1029649 w 1029649"/>
                <a:gd name="connsiteY12" fmla="*/ 1114189 h 1116969"/>
                <a:gd name="connsiteX13" fmla="*/ 726446 w 1029649"/>
                <a:gd name="connsiteY13" fmla="*/ 1114189 h 1116969"/>
                <a:gd name="connsiteX14" fmla="*/ 671915 w 1029649"/>
                <a:gd name="connsiteY14" fmla="*/ 898740 h 1116969"/>
                <a:gd name="connsiteX15" fmla="*/ 677152 w 1029649"/>
                <a:gd name="connsiteY15" fmla="*/ 712615 h 1116969"/>
                <a:gd name="connsiteX16" fmla="*/ 677152 w 1029649"/>
                <a:gd name="connsiteY16" fmla="*/ 544473 h 1116969"/>
                <a:gd name="connsiteX17" fmla="*/ 677152 w 1029649"/>
                <a:gd name="connsiteY17" fmla="*/ 544473 h 1116969"/>
                <a:gd name="connsiteX18" fmla="*/ 533170 w 1029649"/>
                <a:gd name="connsiteY18" fmla="*/ 606334 h 1116969"/>
                <a:gd name="connsiteX19" fmla="*/ 308476 w 1029649"/>
                <a:gd name="connsiteY19" fmla="*/ 784588 h 1116969"/>
                <a:gd name="connsiteX20" fmla="*/ 441552 w 1029649"/>
                <a:gd name="connsiteY20" fmla="*/ 919830 h 1116969"/>
                <a:gd name="connsiteX21" fmla="*/ 677152 w 1029649"/>
                <a:gd name="connsiteY21" fmla="*/ 712615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9649" h="1116969">
                  <a:moveTo>
                    <a:pt x="671879" y="898668"/>
                  </a:moveTo>
                  <a:cubicBezTo>
                    <a:pt x="621068" y="1043155"/>
                    <a:pt x="486476" y="1116970"/>
                    <a:pt x="329385" y="1116970"/>
                  </a:cubicBezTo>
                  <a:cubicBezTo>
                    <a:pt x="119967" y="1116970"/>
                    <a:pt x="0" y="1018635"/>
                    <a:pt x="0" y="837601"/>
                  </a:cubicBezTo>
                  <a:cubicBezTo>
                    <a:pt x="0" y="630350"/>
                    <a:pt x="163591" y="545304"/>
                    <a:pt x="390452" y="499477"/>
                  </a:cubicBezTo>
                  <a:cubicBezTo>
                    <a:pt x="578058" y="460222"/>
                    <a:pt x="660937" y="440577"/>
                    <a:pt x="669676" y="416598"/>
                  </a:cubicBezTo>
                  <a:lnTo>
                    <a:pt x="669676" y="392619"/>
                  </a:lnTo>
                  <a:cubicBezTo>
                    <a:pt x="669676" y="287928"/>
                    <a:pt x="617313" y="224658"/>
                    <a:pt x="484273" y="224658"/>
                  </a:cubicBezTo>
                  <a:cubicBezTo>
                    <a:pt x="351233" y="224658"/>
                    <a:pt x="270485" y="303167"/>
                    <a:pt x="235600" y="383916"/>
                  </a:cubicBezTo>
                  <a:lnTo>
                    <a:pt x="8739" y="261746"/>
                  </a:lnTo>
                  <a:cubicBezTo>
                    <a:pt x="87285" y="100321"/>
                    <a:pt x="279224" y="0"/>
                    <a:pt x="514825" y="0"/>
                  </a:cubicBezTo>
                  <a:cubicBezTo>
                    <a:pt x="822398" y="0"/>
                    <a:pt x="966379" y="143982"/>
                    <a:pt x="966379" y="410097"/>
                  </a:cubicBezTo>
                  <a:lnTo>
                    <a:pt x="966379" y="763498"/>
                  </a:lnTo>
                  <a:cubicBezTo>
                    <a:pt x="966379" y="990358"/>
                    <a:pt x="992561" y="1083674"/>
                    <a:pt x="1029649" y="1114189"/>
                  </a:cubicBezTo>
                  <a:lnTo>
                    <a:pt x="726446" y="1114189"/>
                  </a:lnTo>
                  <a:cubicBezTo>
                    <a:pt x="700264" y="1090210"/>
                    <a:pt x="678452" y="1023077"/>
                    <a:pt x="671915" y="898740"/>
                  </a:cubicBezTo>
                  <a:close/>
                  <a:moveTo>
                    <a:pt x="677152" y="712615"/>
                  </a:moveTo>
                  <a:lnTo>
                    <a:pt x="677152" y="544473"/>
                  </a:lnTo>
                  <a:lnTo>
                    <a:pt x="677152" y="544473"/>
                  </a:lnTo>
                  <a:cubicBezTo>
                    <a:pt x="647575" y="571811"/>
                    <a:pt x="611715" y="582356"/>
                    <a:pt x="533170" y="606334"/>
                  </a:cubicBezTo>
                  <a:cubicBezTo>
                    <a:pt x="384855" y="647792"/>
                    <a:pt x="308476" y="686433"/>
                    <a:pt x="308476" y="784588"/>
                  </a:cubicBezTo>
                  <a:cubicBezTo>
                    <a:pt x="308476" y="871836"/>
                    <a:pt x="369543" y="919830"/>
                    <a:pt x="441552" y="919830"/>
                  </a:cubicBezTo>
                  <a:cubicBezTo>
                    <a:pt x="550612" y="919830"/>
                    <a:pt x="655340" y="839118"/>
                    <a:pt x="677152" y="71261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7C3FACAF-D37E-EE93-AB67-1B59C177FC8D}"/>
                </a:ext>
              </a:extLst>
            </p:cNvPr>
            <p:cNvSpPr/>
            <p:nvPr/>
          </p:nvSpPr>
          <p:spPr>
            <a:xfrm>
              <a:off x="8099474" y="4191379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7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6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7"/>
                    <a:pt x="438410" y="1100177"/>
                  </a:cubicBezTo>
                  <a:cubicBezTo>
                    <a:pt x="257159" y="1100177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F7D8F6E1-4C9B-AF1E-7E11-6F38119122CD}"/>
                </a:ext>
              </a:extLst>
            </p:cNvPr>
            <p:cNvSpPr/>
            <p:nvPr/>
          </p:nvSpPr>
          <p:spPr>
            <a:xfrm>
              <a:off x="8099474" y="2807536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8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7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8"/>
                    <a:pt x="438410" y="1100178"/>
                  </a:cubicBezTo>
                  <a:cubicBezTo>
                    <a:pt x="257159" y="1100178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8" name="TextBox 2">
            <a:extLst>
              <a:ext uri="{FF2B5EF4-FFF2-40B4-BE49-F238E27FC236}">
                <a16:creationId xmlns:a16="http://schemas.microsoft.com/office/drawing/2014/main" id="{6048CFD2-F18C-C398-96C2-978B603582F3}"/>
              </a:ext>
            </a:extLst>
          </p:cNvPr>
          <p:cNvSpPr txBox="1"/>
          <p:nvPr userDrawn="1"/>
        </p:nvSpPr>
        <p:spPr>
          <a:xfrm>
            <a:off x="304799" y="4536000"/>
            <a:ext cx="5791201" cy="1137600"/>
          </a:xfrm>
          <a:prstGeom prst="rect">
            <a:avLst/>
          </a:prstGeom>
          <a:noFill/>
        </p:spPr>
        <p:txBody>
          <a:bodyPr wrap="square" lIns="0" tIns="0" rIns="0" bIns="0" numCol="1" spcCol="14400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00" kern="100" spc="-10" baseline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The contents of this document are confidential and not for distribution to anyone other than the recipients. Disclosure to third parties cannot be made without the prior written consent of </a:t>
            </a:r>
            <a:r>
              <a:rPr lang="en-US" sz="1000" kern="100" spc="-10" baseline="0" err="1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Forvis</a:t>
            </a:r>
            <a:r>
              <a:rPr lang="en-US" sz="1000" kern="100" spc="-10" baseline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Mazars.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42ED917-110B-D914-1FE6-D6EEF7F16D94}"/>
              </a:ext>
            </a:extLst>
          </p:cNvPr>
          <p:cNvSpPr txBox="1"/>
          <p:nvPr userDrawn="1"/>
        </p:nvSpPr>
        <p:spPr>
          <a:xfrm>
            <a:off x="315558" y="1779410"/>
            <a:ext cx="5791200" cy="69249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lvl="0"/>
            <a:r>
              <a:rPr lang="en-US" sz="1400">
                <a:solidFill>
                  <a:schemeClr val="bg1"/>
                </a:solidFill>
              </a:rPr>
              <a:t>Forvis Mazars Advisors GmbH &amp; Co. KG </a:t>
            </a:r>
          </a:p>
          <a:p>
            <a:pPr lvl="0"/>
            <a:r>
              <a:rPr lang="de-DE" sz="1400">
                <a:solidFill>
                  <a:schemeClr val="bg1"/>
                </a:solidFill>
              </a:rPr>
              <a:t>Domstra</a:t>
            </a:r>
            <a:r>
              <a:rPr lang="de-DE" sz="1400">
                <a:solidFill>
                  <a:schemeClr val="bg1"/>
                </a:solidFill>
                <a:cs typeface="Arial"/>
              </a:rPr>
              <a:t>ß</a:t>
            </a:r>
            <a:r>
              <a:rPr lang="de-DE" sz="1400">
                <a:solidFill>
                  <a:schemeClr val="bg1"/>
                </a:solidFill>
              </a:rPr>
              <a:t>e 15 | 20095 Hamburg</a:t>
            </a:r>
            <a:br>
              <a:rPr lang="de-DE" sz="1400">
                <a:solidFill>
                  <a:schemeClr val="bg1"/>
                </a:solidFill>
              </a:rPr>
            </a:br>
            <a:r>
              <a:rPr lang="de-DE" sz="1400">
                <a:solidFill>
                  <a:schemeClr val="bg1"/>
                </a:solidFill>
              </a:rPr>
              <a:t>Tel: +49 40 288 01 0 </a:t>
            </a:r>
          </a:p>
        </p:txBody>
      </p:sp>
    </p:spTree>
    <p:extLst>
      <p:ext uri="{BB962C8B-B14F-4D97-AF65-F5344CB8AC3E}">
        <p14:creationId xmlns:p14="http://schemas.microsoft.com/office/powerpoint/2010/main" val="39057102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4170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utro - indigo background (DE)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D19440D8-36C8-9F20-5BE6-5D024AE51BA0}"/>
              </a:ext>
            </a:extLst>
          </p:cNvPr>
          <p:cNvSpPr txBox="1"/>
          <p:nvPr userDrawn="1"/>
        </p:nvSpPr>
        <p:spPr>
          <a:xfrm>
            <a:off x="304800" y="298800"/>
            <a:ext cx="1061188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 err="1">
                <a:solidFill>
                  <a:schemeClr val="bg1"/>
                </a:solidFill>
              </a:rPr>
              <a:t>Kontakt</a:t>
            </a:r>
            <a:endParaRPr lang="en-GB" sz="240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54649-4A4B-29E4-6982-D75D679FBBB3}"/>
              </a:ext>
            </a:extLst>
          </p:cNvPr>
          <p:cNvSpPr txBox="1"/>
          <p:nvPr userDrawn="1"/>
        </p:nvSpPr>
        <p:spPr>
          <a:xfrm>
            <a:off x="304800" y="1260000"/>
            <a:ext cx="326886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GB" b="1" err="1">
                <a:solidFill>
                  <a:schemeClr val="bg1"/>
                </a:solidFill>
              </a:rPr>
              <a:t>Forvis</a:t>
            </a:r>
            <a:r>
              <a:rPr lang="en-GB" b="1">
                <a:solidFill>
                  <a:schemeClr val="bg1"/>
                </a:solidFill>
              </a:rPr>
              <a:t> Mazars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0646158-6A81-A2DD-C44D-921AE4DD9EC2}"/>
              </a:ext>
            </a:extLst>
          </p:cNvPr>
          <p:cNvSpPr txBox="1">
            <a:spLocks/>
          </p:cNvSpPr>
          <p:nvPr userDrawn="1"/>
        </p:nvSpPr>
        <p:spPr>
          <a:xfrm>
            <a:off x="304799" y="5585255"/>
            <a:ext cx="3268869" cy="270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noProof="0">
                <a:solidFill>
                  <a:schemeClr val="bg1"/>
                </a:solidFill>
              </a:rPr>
              <a:t>© Forvis Mazars 2026.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9062D-C241-7766-3A4A-20ED6C84594E}"/>
              </a:ext>
            </a:extLst>
          </p:cNvPr>
          <p:cNvSpPr txBox="1"/>
          <p:nvPr userDrawn="1"/>
        </p:nvSpPr>
        <p:spPr>
          <a:xfrm>
            <a:off x="-6392332" y="30480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Bitte halten Sie sich an folgende Anweisungen, wenn Sie diese Folienvorlage verwenden: </a:t>
            </a:r>
          </a:p>
          <a:p>
            <a:b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</a:b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Sie haben die Möglichkeit, eine andere Farbe für den Hintergrund der Deckblätter, der Trennfolien und der Abschlussfolien aus den folgenden Optionen zu wählen:</a:t>
            </a:r>
          </a:p>
          <a:p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Weiß</a:t>
            </a: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Indigo </a:t>
            </a:r>
            <a:r>
              <a:rPr lang="de-DE" sz="1200" i="1" err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Dye</a:t>
            </a:r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- True Blue oder eine beliebige Farbe aus der "Vision"-Farbpalette </a:t>
            </a: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(siehe Folie 2).</a:t>
            </a:r>
            <a:endParaRPr lang="en-US" sz="120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7AD47946-C9B9-E31F-AA8E-142F356B056B}"/>
              </a:ext>
            </a:extLst>
          </p:cNvPr>
          <p:cNvSpPr txBox="1"/>
          <p:nvPr userDrawn="1"/>
        </p:nvSpPr>
        <p:spPr>
          <a:xfrm>
            <a:off x="7360824" y="298800"/>
            <a:ext cx="1496051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Follow us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F341EB96-C1CB-B13A-C2B9-E785E7516043}"/>
              </a:ext>
            </a:extLst>
          </p:cNvPr>
          <p:cNvSpPr txBox="1"/>
          <p:nvPr userDrawn="1"/>
        </p:nvSpPr>
        <p:spPr>
          <a:xfrm>
            <a:off x="7360824" y="1258888"/>
            <a:ext cx="4531139" cy="30777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LinkedIn: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Xing: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Facebook: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Instagram: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endParaRPr lang="en-GB" sz="1400" b="1">
              <a:solidFill>
                <a:schemeClr val="bg1"/>
              </a:solidFill>
            </a:endParaRPr>
          </a:p>
          <a:p>
            <a:r>
              <a:rPr lang="de-DE" sz="1400" b="1">
                <a:solidFill>
                  <a:schemeClr val="bg1"/>
                </a:solidFill>
              </a:rPr>
              <a:t>Weitere Informationen finden Sie unter www.forvismazars.com/de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63177995-AA4B-BE55-4609-FD89423F481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811963" y="6165234"/>
            <a:ext cx="1080000" cy="453765"/>
            <a:chOff x="1721984" y="2257682"/>
            <a:chExt cx="7247953" cy="3045250"/>
          </a:xfrm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ADFEB1A6-63BD-B687-91CF-C467209666D2}"/>
                </a:ext>
              </a:extLst>
            </p:cNvPr>
            <p:cNvSpPr/>
            <p:nvPr/>
          </p:nvSpPr>
          <p:spPr>
            <a:xfrm>
              <a:off x="1721984" y="4167798"/>
              <a:ext cx="1948179" cy="1135134"/>
            </a:xfrm>
            <a:custGeom>
              <a:avLst/>
              <a:gdLst>
                <a:gd name="connsiteX0" fmla="*/ 1948179 w 1948179"/>
                <a:gd name="connsiteY0" fmla="*/ 391066 h 1135134"/>
                <a:gd name="connsiteX1" fmla="*/ 1641834 w 1948179"/>
                <a:gd name="connsiteY1" fmla="*/ 0 h 1135134"/>
                <a:gd name="connsiteX2" fmla="*/ 1272508 w 1948179"/>
                <a:gd name="connsiteY2" fmla="*/ 302012 h 1135134"/>
                <a:gd name="connsiteX3" fmla="*/ 1257305 w 1948179"/>
                <a:gd name="connsiteY3" fmla="*/ 302012 h 1135134"/>
                <a:gd name="connsiteX4" fmla="*/ 955329 w 1948179"/>
                <a:gd name="connsiteY4" fmla="*/ 0 h 1135134"/>
                <a:gd name="connsiteX5" fmla="*/ 581633 w 1948179"/>
                <a:gd name="connsiteY5" fmla="*/ 312846 h 1135134"/>
                <a:gd name="connsiteX6" fmla="*/ 566177 w 1948179"/>
                <a:gd name="connsiteY6" fmla="*/ 312846 h 1135134"/>
                <a:gd name="connsiteX7" fmla="*/ 333646 w 1948179"/>
                <a:gd name="connsiteY7" fmla="*/ 28240 h 1135134"/>
                <a:gd name="connsiteX8" fmla="*/ 223972 w 1948179"/>
                <a:gd name="connsiteY8" fmla="*/ 10870 h 1135134"/>
                <a:gd name="connsiteX9" fmla="*/ 0 w 1948179"/>
                <a:gd name="connsiteY9" fmla="*/ 10870 h 1135134"/>
                <a:gd name="connsiteX10" fmla="*/ 0 w 1948179"/>
                <a:gd name="connsiteY10" fmla="*/ 257990 h 1135134"/>
                <a:gd name="connsiteX11" fmla="*/ 283991 w 1948179"/>
                <a:gd name="connsiteY11" fmla="*/ 258099 h 1135134"/>
                <a:gd name="connsiteX12" fmla="*/ 283991 w 1948179"/>
                <a:gd name="connsiteY12" fmla="*/ 1116717 h 1135134"/>
                <a:gd name="connsiteX13" fmla="*/ 585967 w 1948179"/>
                <a:gd name="connsiteY13" fmla="*/ 1116717 h 1135134"/>
                <a:gd name="connsiteX14" fmla="*/ 585967 w 1948179"/>
                <a:gd name="connsiteY14" fmla="*/ 562710 h 1135134"/>
                <a:gd name="connsiteX15" fmla="*/ 597342 w 1948179"/>
                <a:gd name="connsiteY15" fmla="*/ 466506 h 1135134"/>
                <a:gd name="connsiteX16" fmla="*/ 820592 w 1948179"/>
                <a:gd name="connsiteY16" fmla="*/ 254198 h 1135134"/>
                <a:gd name="connsiteX17" fmla="*/ 968330 w 1948179"/>
                <a:gd name="connsiteY17" fmla="*/ 473656 h 1135134"/>
                <a:gd name="connsiteX18" fmla="*/ 968330 w 1948179"/>
                <a:gd name="connsiteY18" fmla="*/ 1116753 h 1135134"/>
                <a:gd name="connsiteX19" fmla="*/ 1270305 w 1948179"/>
                <a:gd name="connsiteY19" fmla="*/ 1116753 h 1135134"/>
                <a:gd name="connsiteX20" fmla="*/ 1270305 w 1948179"/>
                <a:gd name="connsiteY20" fmla="*/ 549710 h 1135134"/>
                <a:gd name="connsiteX21" fmla="*/ 1511467 w 1948179"/>
                <a:gd name="connsiteY21" fmla="*/ 254234 h 1135134"/>
                <a:gd name="connsiteX22" fmla="*/ 1644001 w 1948179"/>
                <a:gd name="connsiteY22" fmla="*/ 473692 h 1135134"/>
                <a:gd name="connsiteX23" fmla="*/ 1644001 w 1948179"/>
                <a:gd name="connsiteY23" fmla="*/ 833231 h 1135134"/>
                <a:gd name="connsiteX24" fmla="*/ 1948179 w 1948179"/>
                <a:gd name="connsiteY24" fmla="*/ 1135135 h 1135134"/>
                <a:gd name="connsiteX25" fmla="*/ 1948179 w 1948179"/>
                <a:gd name="connsiteY25" fmla="*/ 391102 h 113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179" h="1135134">
                  <a:moveTo>
                    <a:pt x="1948179" y="391066"/>
                  </a:moveTo>
                  <a:cubicBezTo>
                    <a:pt x="1948179" y="149904"/>
                    <a:pt x="1852589" y="0"/>
                    <a:pt x="1641834" y="0"/>
                  </a:cubicBezTo>
                  <a:cubicBezTo>
                    <a:pt x="1468023" y="0"/>
                    <a:pt x="1335489" y="108627"/>
                    <a:pt x="1272508" y="302012"/>
                  </a:cubicBezTo>
                  <a:lnTo>
                    <a:pt x="1257305" y="302012"/>
                  </a:lnTo>
                  <a:cubicBezTo>
                    <a:pt x="1239934" y="128201"/>
                    <a:pt x="1142141" y="0"/>
                    <a:pt x="955329" y="0"/>
                  </a:cubicBezTo>
                  <a:cubicBezTo>
                    <a:pt x="768517" y="0"/>
                    <a:pt x="640317" y="115128"/>
                    <a:pt x="581633" y="312846"/>
                  </a:cubicBezTo>
                  <a:lnTo>
                    <a:pt x="566177" y="312846"/>
                  </a:lnTo>
                  <a:cubicBezTo>
                    <a:pt x="527067" y="181539"/>
                    <a:pt x="455238" y="69770"/>
                    <a:pt x="333646" y="28240"/>
                  </a:cubicBezTo>
                  <a:cubicBezTo>
                    <a:pt x="300820" y="17009"/>
                    <a:pt x="264382" y="10870"/>
                    <a:pt x="223972" y="10870"/>
                  </a:cubicBezTo>
                  <a:lnTo>
                    <a:pt x="0" y="10870"/>
                  </a:lnTo>
                  <a:lnTo>
                    <a:pt x="0" y="257990"/>
                  </a:lnTo>
                  <a:lnTo>
                    <a:pt x="283991" y="258099"/>
                  </a:lnTo>
                  <a:lnTo>
                    <a:pt x="283991" y="1116717"/>
                  </a:lnTo>
                  <a:lnTo>
                    <a:pt x="585967" y="1116717"/>
                  </a:lnTo>
                  <a:lnTo>
                    <a:pt x="585967" y="562710"/>
                  </a:lnTo>
                  <a:cubicBezTo>
                    <a:pt x="586725" y="527536"/>
                    <a:pt x="590806" y="495613"/>
                    <a:pt x="597342" y="466506"/>
                  </a:cubicBezTo>
                  <a:cubicBezTo>
                    <a:pt x="629158" y="324727"/>
                    <a:pt x="723268" y="254198"/>
                    <a:pt x="820592" y="254198"/>
                  </a:cubicBezTo>
                  <a:cubicBezTo>
                    <a:pt x="917916" y="254198"/>
                    <a:pt x="968330" y="297642"/>
                    <a:pt x="968330" y="473656"/>
                  </a:cubicBezTo>
                  <a:lnTo>
                    <a:pt x="968330" y="1116753"/>
                  </a:lnTo>
                  <a:lnTo>
                    <a:pt x="1270305" y="1116753"/>
                  </a:lnTo>
                  <a:lnTo>
                    <a:pt x="1270305" y="549710"/>
                  </a:lnTo>
                  <a:cubicBezTo>
                    <a:pt x="1292045" y="330288"/>
                    <a:pt x="1405006" y="254234"/>
                    <a:pt x="1511467" y="254234"/>
                  </a:cubicBezTo>
                  <a:cubicBezTo>
                    <a:pt x="1617927" y="254234"/>
                    <a:pt x="1644001" y="328121"/>
                    <a:pt x="1644001" y="473692"/>
                  </a:cubicBezTo>
                  <a:lnTo>
                    <a:pt x="1644001" y="833231"/>
                  </a:lnTo>
                  <a:cubicBezTo>
                    <a:pt x="1644001" y="1005923"/>
                    <a:pt x="1755662" y="1125384"/>
                    <a:pt x="1948179" y="1135135"/>
                  </a:cubicBezTo>
                  <a:lnTo>
                    <a:pt x="1948179" y="39110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E1A69776-7124-80A5-DFFC-7BBDE2B56C8B}"/>
                </a:ext>
              </a:extLst>
            </p:cNvPr>
            <p:cNvSpPr/>
            <p:nvPr/>
          </p:nvSpPr>
          <p:spPr>
            <a:xfrm>
              <a:off x="5035697" y="4193979"/>
              <a:ext cx="910332" cy="1088477"/>
            </a:xfrm>
            <a:custGeom>
              <a:avLst/>
              <a:gdLst>
                <a:gd name="connsiteX0" fmla="*/ 326785 w 910332"/>
                <a:gd name="connsiteY0" fmla="*/ 851469 h 1088477"/>
                <a:gd name="connsiteX1" fmla="*/ 897296 w 910332"/>
                <a:gd name="connsiteY1" fmla="*/ 235817 h 1088477"/>
                <a:gd name="connsiteX2" fmla="*/ 897296 w 910332"/>
                <a:gd name="connsiteY2" fmla="*/ 5381 h 1088477"/>
                <a:gd name="connsiteX3" fmla="*/ 897296 w 910332"/>
                <a:gd name="connsiteY3" fmla="*/ 5381 h 1088477"/>
                <a:gd name="connsiteX4" fmla="*/ 897296 w 910332"/>
                <a:gd name="connsiteY4" fmla="*/ 0 h 1088477"/>
                <a:gd name="connsiteX5" fmla="*/ 22535 w 910332"/>
                <a:gd name="connsiteY5" fmla="*/ 0 h 1088477"/>
                <a:gd name="connsiteX6" fmla="*/ 22535 w 910332"/>
                <a:gd name="connsiteY6" fmla="*/ 225958 h 1088477"/>
                <a:gd name="connsiteX7" fmla="*/ 600629 w 910332"/>
                <a:gd name="connsiteY7" fmla="*/ 225958 h 1088477"/>
                <a:gd name="connsiteX8" fmla="*/ 0 w 910332"/>
                <a:gd name="connsiteY8" fmla="*/ 868947 h 1088477"/>
                <a:gd name="connsiteX9" fmla="*/ 0 w 910332"/>
                <a:gd name="connsiteY9" fmla="*/ 1088477 h 1088477"/>
                <a:gd name="connsiteX10" fmla="*/ 910333 w 910332"/>
                <a:gd name="connsiteY10" fmla="*/ 1088477 h 1088477"/>
                <a:gd name="connsiteX11" fmla="*/ 910333 w 910332"/>
                <a:gd name="connsiteY11" fmla="*/ 851469 h 1088477"/>
                <a:gd name="connsiteX12" fmla="*/ 326785 w 910332"/>
                <a:gd name="connsiteY12" fmla="*/ 851469 h 10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0332" h="1088477">
                  <a:moveTo>
                    <a:pt x="326785" y="851469"/>
                  </a:moveTo>
                  <a:lnTo>
                    <a:pt x="897296" y="235817"/>
                  </a:lnTo>
                  <a:lnTo>
                    <a:pt x="897296" y="5381"/>
                  </a:lnTo>
                  <a:lnTo>
                    <a:pt x="897296" y="5381"/>
                  </a:lnTo>
                  <a:lnTo>
                    <a:pt x="897296" y="0"/>
                  </a:lnTo>
                  <a:lnTo>
                    <a:pt x="22535" y="0"/>
                  </a:lnTo>
                  <a:lnTo>
                    <a:pt x="22535" y="225958"/>
                  </a:lnTo>
                  <a:lnTo>
                    <a:pt x="600629" y="225958"/>
                  </a:lnTo>
                  <a:lnTo>
                    <a:pt x="0" y="868947"/>
                  </a:lnTo>
                  <a:lnTo>
                    <a:pt x="0" y="1088477"/>
                  </a:lnTo>
                  <a:lnTo>
                    <a:pt x="910333" y="1088477"/>
                  </a:lnTo>
                  <a:lnTo>
                    <a:pt x="910333" y="851469"/>
                  </a:lnTo>
                  <a:lnTo>
                    <a:pt x="326785" y="851469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425A040-6C43-6B6C-5B49-75B0AC19B6A2}"/>
                </a:ext>
              </a:extLst>
            </p:cNvPr>
            <p:cNvSpPr/>
            <p:nvPr/>
          </p:nvSpPr>
          <p:spPr>
            <a:xfrm>
              <a:off x="6099401" y="4169495"/>
              <a:ext cx="1028023" cy="1115344"/>
            </a:xfrm>
            <a:custGeom>
              <a:avLst/>
              <a:gdLst>
                <a:gd name="connsiteX0" fmla="*/ 670832 w 1028023"/>
                <a:gd name="connsiteY0" fmla="*/ 897368 h 1115344"/>
                <a:gd name="connsiteX1" fmla="*/ 328879 w 1028023"/>
                <a:gd name="connsiteY1" fmla="*/ 1115345 h 1115344"/>
                <a:gd name="connsiteX2" fmla="*/ 0 w 1028023"/>
                <a:gd name="connsiteY2" fmla="*/ 836373 h 1115344"/>
                <a:gd name="connsiteX3" fmla="*/ 389874 w 1028023"/>
                <a:gd name="connsiteY3" fmla="*/ 498754 h 1115344"/>
                <a:gd name="connsiteX4" fmla="*/ 668665 w 1028023"/>
                <a:gd name="connsiteY4" fmla="*/ 415984 h 1115344"/>
                <a:gd name="connsiteX5" fmla="*/ 668665 w 1028023"/>
                <a:gd name="connsiteY5" fmla="*/ 392041 h 1115344"/>
                <a:gd name="connsiteX6" fmla="*/ 483515 w 1028023"/>
                <a:gd name="connsiteY6" fmla="*/ 224333 h 1115344"/>
                <a:gd name="connsiteX7" fmla="*/ 235203 w 1028023"/>
                <a:gd name="connsiteY7" fmla="*/ 383338 h 1115344"/>
                <a:gd name="connsiteX8" fmla="*/ 8703 w 1028023"/>
                <a:gd name="connsiteY8" fmla="*/ 261349 h 1115344"/>
                <a:gd name="connsiteX9" fmla="*/ 513994 w 1028023"/>
                <a:gd name="connsiteY9" fmla="*/ 0 h 1115344"/>
                <a:gd name="connsiteX10" fmla="*/ 964863 w 1028023"/>
                <a:gd name="connsiteY10" fmla="*/ 409483 h 1115344"/>
                <a:gd name="connsiteX11" fmla="*/ 964863 w 1028023"/>
                <a:gd name="connsiteY11" fmla="*/ 762342 h 1115344"/>
                <a:gd name="connsiteX12" fmla="*/ 1028024 w 1028023"/>
                <a:gd name="connsiteY12" fmla="*/ 1112528 h 1115344"/>
                <a:gd name="connsiteX13" fmla="*/ 725290 w 1028023"/>
                <a:gd name="connsiteY13" fmla="*/ 1112528 h 1115344"/>
                <a:gd name="connsiteX14" fmla="*/ 670832 w 1028023"/>
                <a:gd name="connsiteY14" fmla="*/ 897404 h 1115344"/>
                <a:gd name="connsiteX15" fmla="*/ 676104 w 1028023"/>
                <a:gd name="connsiteY15" fmla="*/ 711603 h 1115344"/>
                <a:gd name="connsiteX16" fmla="*/ 676104 w 1028023"/>
                <a:gd name="connsiteY16" fmla="*/ 543715 h 1115344"/>
                <a:gd name="connsiteX17" fmla="*/ 676104 w 1028023"/>
                <a:gd name="connsiteY17" fmla="*/ 543715 h 1115344"/>
                <a:gd name="connsiteX18" fmla="*/ 532339 w 1028023"/>
                <a:gd name="connsiteY18" fmla="*/ 605468 h 1115344"/>
                <a:gd name="connsiteX19" fmla="*/ 308006 w 1028023"/>
                <a:gd name="connsiteY19" fmla="*/ 783468 h 1115344"/>
                <a:gd name="connsiteX20" fmla="*/ 440865 w 1028023"/>
                <a:gd name="connsiteY20" fmla="*/ 918494 h 1115344"/>
                <a:gd name="connsiteX21" fmla="*/ 676104 w 1028023"/>
                <a:gd name="connsiteY21" fmla="*/ 711567 h 111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8023" h="1115344">
                  <a:moveTo>
                    <a:pt x="670832" y="897368"/>
                  </a:moveTo>
                  <a:cubicBezTo>
                    <a:pt x="620093" y="1041639"/>
                    <a:pt x="485681" y="1115345"/>
                    <a:pt x="328879" y="1115345"/>
                  </a:cubicBezTo>
                  <a:cubicBezTo>
                    <a:pt x="119786" y="1115345"/>
                    <a:pt x="0" y="1017154"/>
                    <a:pt x="0" y="836373"/>
                  </a:cubicBezTo>
                  <a:cubicBezTo>
                    <a:pt x="0" y="629447"/>
                    <a:pt x="163374" y="544509"/>
                    <a:pt x="389874" y="498754"/>
                  </a:cubicBezTo>
                  <a:cubicBezTo>
                    <a:pt x="577191" y="459536"/>
                    <a:pt x="659962" y="439963"/>
                    <a:pt x="668665" y="415984"/>
                  </a:cubicBezTo>
                  <a:lnTo>
                    <a:pt x="668665" y="392041"/>
                  </a:lnTo>
                  <a:cubicBezTo>
                    <a:pt x="668665" y="287494"/>
                    <a:pt x="616410" y="224333"/>
                    <a:pt x="483515" y="224333"/>
                  </a:cubicBezTo>
                  <a:cubicBezTo>
                    <a:pt x="350619" y="224333"/>
                    <a:pt x="270052" y="302734"/>
                    <a:pt x="235203" y="383338"/>
                  </a:cubicBezTo>
                  <a:lnTo>
                    <a:pt x="8703" y="261349"/>
                  </a:lnTo>
                  <a:cubicBezTo>
                    <a:pt x="87104" y="100177"/>
                    <a:pt x="278791" y="0"/>
                    <a:pt x="513994" y="0"/>
                  </a:cubicBezTo>
                  <a:cubicBezTo>
                    <a:pt x="821098" y="0"/>
                    <a:pt x="964863" y="143729"/>
                    <a:pt x="964863" y="409483"/>
                  </a:cubicBezTo>
                  <a:lnTo>
                    <a:pt x="964863" y="762342"/>
                  </a:lnTo>
                  <a:cubicBezTo>
                    <a:pt x="964863" y="988841"/>
                    <a:pt x="991008" y="1082013"/>
                    <a:pt x="1028024" y="1112528"/>
                  </a:cubicBezTo>
                  <a:lnTo>
                    <a:pt x="725290" y="1112528"/>
                  </a:lnTo>
                  <a:cubicBezTo>
                    <a:pt x="699144" y="1088585"/>
                    <a:pt x="677368" y="1021560"/>
                    <a:pt x="670832" y="897404"/>
                  </a:cubicBezTo>
                  <a:close/>
                  <a:moveTo>
                    <a:pt x="676104" y="711603"/>
                  </a:moveTo>
                  <a:lnTo>
                    <a:pt x="676104" y="543715"/>
                  </a:lnTo>
                  <a:lnTo>
                    <a:pt x="676104" y="543715"/>
                  </a:lnTo>
                  <a:cubicBezTo>
                    <a:pt x="646564" y="571016"/>
                    <a:pt x="610776" y="581525"/>
                    <a:pt x="532339" y="605468"/>
                  </a:cubicBezTo>
                  <a:cubicBezTo>
                    <a:pt x="384241" y="646853"/>
                    <a:pt x="308006" y="685458"/>
                    <a:pt x="308006" y="783468"/>
                  </a:cubicBezTo>
                  <a:cubicBezTo>
                    <a:pt x="308006" y="870608"/>
                    <a:pt x="369001" y="918494"/>
                    <a:pt x="440865" y="918494"/>
                  </a:cubicBezTo>
                  <a:cubicBezTo>
                    <a:pt x="549782" y="918494"/>
                    <a:pt x="654328" y="837926"/>
                    <a:pt x="676104" y="71156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B283D576-0F79-4148-B88C-6E75FAC35441}"/>
                </a:ext>
              </a:extLst>
            </p:cNvPr>
            <p:cNvSpPr/>
            <p:nvPr/>
          </p:nvSpPr>
          <p:spPr>
            <a:xfrm>
              <a:off x="4301487" y="2782401"/>
              <a:ext cx="1066448" cy="1110650"/>
            </a:xfrm>
            <a:custGeom>
              <a:avLst/>
              <a:gdLst>
                <a:gd name="connsiteX0" fmla="*/ 0 w 1066448"/>
                <a:gd name="connsiteY0" fmla="*/ 556390 h 1110650"/>
                <a:gd name="connsiteX1" fmla="*/ 541657 w 1066448"/>
                <a:gd name="connsiteY1" fmla="*/ 0 h 1110650"/>
                <a:gd name="connsiteX2" fmla="*/ 1066448 w 1066448"/>
                <a:gd name="connsiteY2" fmla="*/ 545846 h 1110650"/>
                <a:gd name="connsiteX3" fmla="*/ 526923 w 1066448"/>
                <a:gd name="connsiteY3" fmla="*/ 1110650 h 1110650"/>
                <a:gd name="connsiteX4" fmla="*/ 36 w 1066448"/>
                <a:gd name="connsiteY4" fmla="*/ 556354 h 1110650"/>
                <a:gd name="connsiteX5" fmla="*/ 765051 w 1066448"/>
                <a:gd name="connsiteY5" fmla="*/ 550071 h 1110650"/>
                <a:gd name="connsiteX6" fmla="*/ 537431 w 1066448"/>
                <a:gd name="connsiteY6" fmla="*/ 216569 h 1110650"/>
                <a:gd name="connsiteX7" fmla="*/ 305587 w 1066448"/>
                <a:gd name="connsiteY7" fmla="*/ 547976 h 1110650"/>
                <a:gd name="connsiteX8" fmla="*/ 528981 w 1066448"/>
                <a:gd name="connsiteY8" fmla="*/ 892023 h 1110650"/>
                <a:gd name="connsiteX9" fmla="*/ 765051 w 1066448"/>
                <a:gd name="connsiteY9" fmla="*/ 550071 h 111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6448" h="1110650">
                  <a:moveTo>
                    <a:pt x="0" y="556390"/>
                  </a:moveTo>
                  <a:cubicBezTo>
                    <a:pt x="0" y="238164"/>
                    <a:pt x="198115" y="0"/>
                    <a:pt x="541657" y="0"/>
                  </a:cubicBezTo>
                  <a:cubicBezTo>
                    <a:pt x="885198" y="0"/>
                    <a:pt x="1066448" y="214980"/>
                    <a:pt x="1066448" y="545846"/>
                  </a:cubicBezTo>
                  <a:cubicBezTo>
                    <a:pt x="1066448" y="876711"/>
                    <a:pt x="868333" y="1110650"/>
                    <a:pt x="526923" y="1110650"/>
                  </a:cubicBezTo>
                  <a:cubicBezTo>
                    <a:pt x="185512" y="1110650"/>
                    <a:pt x="36" y="893576"/>
                    <a:pt x="36" y="556354"/>
                  </a:cubicBezTo>
                  <a:close/>
                  <a:moveTo>
                    <a:pt x="765051" y="550071"/>
                  </a:moveTo>
                  <a:cubicBezTo>
                    <a:pt x="765051" y="335091"/>
                    <a:pt x="689177" y="216569"/>
                    <a:pt x="537431" y="216569"/>
                  </a:cubicBezTo>
                  <a:cubicBezTo>
                    <a:pt x="385685" y="216569"/>
                    <a:pt x="305587" y="335127"/>
                    <a:pt x="305587" y="547976"/>
                  </a:cubicBezTo>
                  <a:cubicBezTo>
                    <a:pt x="305587" y="760825"/>
                    <a:pt x="379329" y="892023"/>
                    <a:pt x="528981" y="892023"/>
                  </a:cubicBezTo>
                  <a:cubicBezTo>
                    <a:pt x="678633" y="892023"/>
                    <a:pt x="765051" y="769276"/>
                    <a:pt x="765051" y="55007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E2E877C2-2EE7-7103-C0FB-A95F10EE9796}"/>
                </a:ext>
              </a:extLst>
            </p:cNvPr>
            <p:cNvSpPr/>
            <p:nvPr/>
          </p:nvSpPr>
          <p:spPr>
            <a:xfrm>
              <a:off x="6410838" y="2808294"/>
              <a:ext cx="1066231" cy="1086021"/>
            </a:xfrm>
            <a:custGeom>
              <a:avLst/>
              <a:gdLst>
                <a:gd name="connsiteX0" fmla="*/ 0 w 1066231"/>
                <a:gd name="connsiteY0" fmla="*/ 1228 h 1086021"/>
                <a:gd name="connsiteX1" fmla="*/ 283955 w 1066231"/>
                <a:gd name="connsiteY1" fmla="*/ 1228 h 1086021"/>
                <a:gd name="connsiteX2" fmla="*/ 526381 w 1066231"/>
                <a:gd name="connsiteY2" fmla="*/ 790691 h 1086021"/>
                <a:gd name="connsiteX3" fmla="*/ 539381 w 1066231"/>
                <a:gd name="connsiteY3" fmla="*/ 790691 h 1086021"/>
                <a:gd name="connsiteX4" fmla="*/ 777545 w 1066231"/>
                <a:gd name="connsiteY4" fmla="*/ 0 h 1086021"/>
                <a:gd name="connsiteX5" fmla="*/ 1066232 w 1066231"/>
                <a:gd name="connsiteY5" fmla="*/ 0 h 1086021"/>
                <a:gd name="connsiteX6" fmla="*/ 675346 w 1066231"/>
                <a:gd name="connsiteY6" fmla="*/ 1086021 h 1086021"/>
                <a:gd name="connsiteX7" fmla="*/ 394821 w 1066231"/>
                <a:gd name="connsiteY7" fmla="*/ 1084866 h 1086021"/>
                <a:gd name="connsiteX8" fmla="*/ 0 w 1066231"/>
                <a:gd name="connsiteY8" fmla="*/ 1228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31" h="1086021">
                  <a:moveTo>
                    <a:pt x="0" y="1228"/>
                  </a:moveTo>
                  <a:lnTo>
                    <a:pt x="283955" y="1228"/>
                  </a:lnTo>
                  <a:lnTo>
                    <a:pt x="526381" y="790691"/>
                  </a:lnTo>
                  <a:lnTo>
                    <a:pt x="539381" y="790691"/>
                  </a:lnTo>
                  <a:lnTo>
                    <a:pt x="777545" y="0"/>
                  </a:lnTo>
                  <a:lnTo>
                    <a:pt x="1066232" y="0"/>
                  </a:lnTo>
                  <a:lnTo>
                    <a:pt x="675346" y="1086021"/>
                  </a:lnTo>
                  <a:lnTo>
                    <a:pt x="394821" y="1084866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41A2B144-BD2C-0924-2B21-DAEE36F54AA4}"/>
                </a:ext>
              </a:extLst>
            </p:cNvPr>
            <p:cNvSpPr/>
            <p:nvPr/>
          </p:nvSpPr>
          <p:spPr>
            <a:xfrm>
              <a:off x="3393430" y="2257682"/>
              <a:ext cx="851865" cy="1636633"/>
            </a:xfrm>
            <a:custGeom>
              <a:avLst/>
              <a:gdLst>
                <a:gd name="connsiteX0" fmla="*/ 561374 w 851865"/>
                <a:gd name="connsiteY0" fmla="*/ 396700 h 1636633"/>
                <a:gd name="connsiteX1" fmla="*/ 717454 w 851865"/>
                <a:gd name="connsiteY1" fmla="*/ 227619 h 1636633"/>
                <a:gd name="connsiteX2" fmla="*/ 851866 w 851865"/>
                <a:gd name="connsiteY2" fmla="*/ 247120 h 1636633"/>
                <a:gd name="connsiteX3" fmla="*/ 851866 w 851865"/>
                <a:gd name="connsiteY3" fmla="*/ 26001 h 1636633"/>
                <a:gd name="connsiteX4" fmla="*/ 648117 w 851865"/>
                <a:gd name="connsiteY4" fmla="*/ 0 h 1636633"/>
                <a:gd name="connsiteX5" fmla="*/ 277419 w 851865"/>
                <a:gd name="connsiteY5" fmla="*/ 381496 h 1636633"/>
                <a:gd name="connsiteX6" fmla="*/ 277419 w 851865"/>
                <a:gd name="connsiteY6" fmla="*/ 550576 h 1636633"/>
                <a:gd name="connsiteX7" fmla="*/ 85226 w 851865"/>
                <a:gd name="connsiteY7" fmla="*/ 550576 h 1636633"/>
                <a:gd name="connsiteX8" fmla="*/ 0 w 851865"/>
                <a:gd name="connsiteY8" fmla="*/ 784696 h 1636633"/>
                <a:gd name="connsiteX9" fmla="*/ 277419 w 851865"/>
                <a:gd name="connsiteY9" fmla="*/ 784696 h 1636633"/>
                <a:gd name="connsiteX10" fmla="*/ 277419 w 851865"/>
                <a:gd name="connsiteY10" fmla="*/ 1636634 h 1636633"/>
                <a:gd name="connsiteX11" fmla="*/ 561410 w 851865"/>
                <a:gd name="connsiteY11" fmla="*/ 1636634 h 1636633"/>
                <a:gd name="connsiteX12" fmla="*/ 561410 w 851865"/>
                <a:gd name="connsiteY12" fmla="*/ 767831 h 1636633"/>
                <a:gd name="connsiteX13" fmla="*/ 552743 w 851865"/>
                <a:gd name="connsiteY13" fmla="*/ 784732 h 1636633"/>
                <a:gd name="connsiteX14" fmla="*/ 822650 w 851865"/>
                <a:gd name="connsiteY14" fmla="*/ 784732 h 1636633"/>
                <a:gd name="connsiteX15" fmla="*/ 822650 w 851865"/>
                <a:gd name="connsiteY15" fmla="*/ 550612 h 1636633"/>
                <a:gd name="connsiteX16" fmla="*/ 552743 w 851865"/>
                <a:gd name="connsiteY16" fmla="*/ 550612 h 1636633"/>
                <a:gd name="connsiteX17" fmla="*/ 561410 w 851865"/>
                <a:gd name="connsiteY17" fmla="*/ 585281 h 1636633"/>
                <a:gd name="connsiteX18" fmla="*/ 561410 w 851865"/>
                <a:gd name="connsiteY18" fmla="*/ 396700 h 163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1865" h="1636633">
                  <a:moveTo>
                    <a:pt x="561374" y="396700"/>
                  </a:moveTo>
                  <a:cubicBezTo>
                    <a:pt x="561374" y="273157"/>
                    <a:pt x="602543" y="227619"/>
                    <a:pt x="717454" y="227619"/>
                  </a:cubicBezTo>
                  <a:cubicBezTo>
                    <a:pt x="769492" y="227619"/>
                    <a:pt x="814995" y="236286"/>
                    <a:pt x="851866" y="247120"/>
                  </a:cubicBezTo>
                  <a:lnTo>
                    <a:pt x="851866" y="26001"/>
                  </a:lnTo>
                  <a:cubicBezTo>
                    <a:pt x="810697" y="15167"/>
                    <a:pt x="758658" y="0"/>
                    <a:pt x="648117" y="0"/>
                  </a:cubicBezTo>
                  <a:cubicBezTo>
                    <a:pt x="403164" y="0"/>
                    <a:pt x="277419" y="145246"/>
                    <a:pt x="277419" y="381496"/>
                  </a:cubicBezTo>
                  <a:lnTo>
                    <a:pt x="277419" y="550576"/>
                  </a:lnTo>
                  <a:lnTo>
                    <a:pt x="85226" y="550576"/>
                  </a:lnTo>
                  <a:lnTo>
                    <a:pt x="0" y="784696"/>
                  </a:lnTo>
                  <a:lnTo>
                    <a:pt x="277419" y="784696"/>
                  </a:lnTo>
                  <a:lnTo>
                    <a:pt x="277419" y="1636634"/>
                  </a:lnTo>
                  <a:lnTo>
                    <a:pt x="561410" y="1636634"/>
                  </a:lnTo>
                  <a:lnTo>
                    <a:pt x="561410" y="767831"/>
                  </a:lnTo>
                  <a:lnTo>
                    <a:pt x="552743" y="784732"/>
                  </a:lnTo>
                  <a:lnTo>
                    <a:pt x="822650" y="784732"/>
                  </a:lnTo>
                  <a:lnTo>
                    <a:pt x="822650" y="550612"/>
                  </a:lnTo>
                  <a:lnTo>
                    <a:pt x="552743" y="550612"/>
                  </a:lnTo>
                  <a:lnTo>
                    <a:pt x="561410" y="585281"/>
                  </a:lnTo>
                  <a:lnTo>
                    <a:pt x="561410" y="39670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22F8515A-999E-BC6F-9C2F-5FB48C0B83FE}"/>
                </a:ext>
              </a:extLst>
            </p:cNvPr>
            <p:cNvSpPr/>
            <p:nvPr/>
          </p:nvSpPr>
          <p:spPr>
            <a:xfrm>
              <a:off x="5437019" y="2809522"/>
              <a:ext cx="840273" cy="1083529"/>
            </a:xfrm>
            <a:custGeom>
              <a:avLst/>
              <a:gdLst>
                <a:gd name="connsiteX0" fmla="*/ 826190 w 840273"/>
                <a:gd name="connsiteY0" fmla="*/ 2492 h 1083529"/>
                <a:gd name="connsiteX1" fmla="*/ 462100 w 840273"/>
                <a:gd name="connsiteY1" fmla="*/ 341700 h 1083529"/>
                <a:gd name="connsiteX2" fmla="*/ 453108 w 840273"/>
                <a:gd name="connsiteY2" fmla="*/ 341772 h 1083529"/>
                <a:gd name="connsiteX3" fmla="*/ 464158 w 840273"/>
                <a:gd name="connsiteY3" fmla="*/ 154780 h 1083529"/>
                <a:gd name="connsiteX4" fmla="*/ 463870 w 840273"/>
                <a:gd name="connsiteY4" fmla="*/ 0 h 1083529"/>
                <a:gd name="connsiteX5" fmla="*/ 82410 w 840273"/>
                <a:gd name="connsiteY5" fmla="*/ 0 h 1083529"/>
                <a:gd name="connsiteX6" fmla="*/ 0 w 840273"/>
                <a:gd name="connsiteY6" fmla="*/ 224875 h 1083529"/>
                <a:gd name="connsiteX7" fmla="*/ 212849 w 840273"/>
                <a:gd name="connsiteY7" fmla="*/ 224875 h 1083529"/>
                <a:gd name="connsiteX8" fmla="*/ 212849 w 840273"/>
                <a:gd name="connsiteY8" fmla="*/ 1083530 h 1083529"/>
                <a:gd name="connsiteX9" fmla="*/ 488535 w 840273"/>
                <a:gd name="connsiteY9" fmla="*/ 1083530 h 1083529"/>
                <a:gd name="connsiteX10" fmla="*/ 488535 w 840273"/>
                <a:gd name="connsiteY10" fmla="*/ 684266 h 1083529"/>
                <a:gd name="connsiteX11" fmla="*/ 760970 w 840273"/>
                <a:gd name="connsiteY11" fmla="*/ 332708 h 1083529"/>
                <a:gd name="connsiteX12" fmla="*/ 840274 w 840273"/>
                <a:gd name="connsiteY12" fmla="*/ 332708 h 1083529"/>
                <a:gd name="connsiteX13" fmla="*/ 840274 w 840273"/>
                <a:gd name="connsiteY13" fmla="*/ 2456 h 1083529"/>
                <a:gd name="connsiteX14" fmla="*/ 826153 w 840273"/>
                <a:gd name="connsiteY14" fmla="*/ 2456 h 108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0273" h="1083529">
                  <a:moveTo>
                    <a:pt x="826190" y="2492"/>
                  </a:moveTo>
                  <a:cubicBezTo>
                    <a:pt x="640786" y="2492"/>
                    <a:pt x="490918" y="119786"/>
                    <a:pt x="462100" y="341700"/>
                  </a:cubicBezTo>
                  <a:lnTo>
                    <a:pt x="453108" y="341772"/>
                  </a:lnTo>
                  <a:lnTo>
                    <a:pt x="464158" y="154780"/>
                  </a:lnTo>
                  <a:lnTo>
                    <a:pt x="463870" y="0"/>
                  </a:lnTo>
                  <a:lnTo>
                    <a:pt x="82410" y="0"/>
                  </a:lnTo>
                  <a:lnTo>
                    <a:pt x="0" y="224875"/>
                  </a:lnTo>
                  <a:lnTo>
                    <a:pt x="212849" y="224875"/>
                  </a:lnTo>
                  <a:lnTo>
                    <a:pt x="212849" y="1083530"/>
                  </a:lnTo>
                  <a:lnTo>
                    <a:pt x="488535" y="1083530"/>
                  </a:lnTo>
                  <a:lnTo>
                    <a:pt x="488535" y="684266"/>
                  </a:lnTo>
                  <a:cubicBezTo>
                    <a:pt x="488535" y="440432"/>
                    <a:pt x="517894" y="332708"/>
                    <a:pt x="760970" y="332708"/>
                  </a:cubicBezTo>
                  <a:lnTo>
                    <a:pt x="840274" y="332708"/>
                  </a:lnTo>
                  <a:lnTo>
                    <a:pt x="840274" y="2456"/>
                  </a:lnTo>
                  <a:lnTo>
                    <a:pt x="826153" y="2456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7659768A-D2BA-2818-8EAA-B24FA02308F2}"/>
                </a:ext>
              </a:extLst>
            </p:cNvPr>
            <p:cNvSpPr/>
            <p:nvPr/>
          </p:nvSpPr>
          <p:spPr>
            <a:xfrm>
              <a:off x="7188817" y="4190765"/>
              <a:ext cx="848471" cy="1094074"/>
            </a:xfrm>
            <a:custGeom>
              <a:avLst/>
              <a:gdLst>
                <a:gd name="connsiteX0" fmla="*/ 834171 w 848471"/>
                <a:gd name="connsiteY0" fmla="*/ 2528 h 1094074"/>
                <a:gd name="connsiteX1" fmla="*/ 466542 w 848471"/>
                <a:gd name="connsiteY1" fmla="*/ 345022 h 1094074"/>
                <a:gd name="connsiteX2" fmla="*/ 457478 w 848471"/>
                <a:gd name="connsiteY2" fmla="*/ 345094 h 1094074"/>
                <a:gd name="connsiteX3" fmla="*/ 468636 w 848471"/>
                <a:gd name="connsiteY3" fmla="*/ 156296 h 1094074"/>
                <a:gd name="connsiteX4" fmla="*/ 468348 w 848471"/>
                <a:gd name="connsiteY4" fmla="*/ 0 h 1094074"/>
                <a:gd name="connsiteX5" fmla="*/ 83204 w 848471"/>
                <a:gd name="connsiteY5" fmla="*/ 0 h 1094074"/>
                <a:gd name="connsiteX6" fmla="*/ 0 w 848471"/>
                <a:gd name="connsiteY6" fmla="*/ 227078 h 1094074"/>
                <a:gd name="connsiteX7" fmla="*/ 214944 w 848471"/>
                <a:gd name="connsiteY7" fmla="*/ 227078 h 1094074"/>
                <a:gd name="connsiteX8" fmla="*/ 214944 w 848471"/>
                <a:gd name="connsiteY8" fmla="*/ 1094075 h 1094074"/>
                <a:gd name="connsiteX9" fmla="*/ 493302 w 848471"/>
                <a:gd name="connsiteY9" fmla="*/ 1094075 h 1094074"/>
                <a:gd name="connsiteX10" fmla="*/ 493302 w 848471"/>
                <a:gd name="connsiteY10" fmla="*/ 690911 h 1094074"/>
                <a:gd name="connsiteX11" fmla="*/ 768409 w 848471"/>
                <a:gd name="connsiteY11" fmla="*/ 335958 h 1094074"/>
                <a:gd name="connsiteX12" fmla="*/ 848471 w 848471"/>
                <a:gd name="connsiteY12" fmla="*/ 335958 h 1094074"/>
                <a:gd name="connsiteX13" fmla="*/ 848471 w 848471"/>
                <a:gd name="connsiteY13" fmla="*/ 2528 h 1094074"/>
                <a:gd name="connsiteX14" fmla="*/ 834207 w 848471"/>
                <a:gd name="connsiteY14" fmla="*/ 2528 h 109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8471" h="1094074">
                  <a:moveTo>
                    <a:pt x="834171" y="2528"/>
                  </a:moveTo>
                  <a:cubicBezTo>
                    <a:pt x="646962" y="2528"/>
                    <a:pt x="495649" y="120942"/>
                    <a:pt x="466542" y="345022"/>
                  </a:cubicBezTo>
                  <a:lnTo>
                    <a:pt x="457478" y="345094"/>
                  </a:lnTo>
                  <a:lnTo>
                    <a:pt x="468636" y="156296"/>
                  </a:lnTo>
                  <a:lnTo>
                    <a:pt x="468348" y="0"/>
                  </a:lnTo>
                  <a:lnTo>
                    <a:pt x="83204" y="0"/>
                  </a:lnTo>
                  <a:lnTo>
                    <a:pt x="0" y="227078"/>
                  </a:lnTo>
                  <a:lnTo>
                    <a:pt x="214944" y="227078"/>
                  </a:lnTo>
                  <a:lnTo>
                    <a:pt x="214944" y="1094075"/>
                  </a:lnTo>
                  <a:lnTo>
                    <a:pt x="493302" y="1094075"/>
                  </a:lnTo>
                  <a:lnTo>
                    <a:pt x="493302" y="690911"/>
                  </a:lnTo>
                  <a:cubicBezTo>
                    <a:pt x="493302" y="444730"/>
                    <a:pt x="522950" y="335958"/>
                    <a:pt x="768409" y="335958"/>
                  </a:cubicBezTo>
                  <a:lnTo>
                    <a:pt x="848471" y="335958"/>
                  </a:lnTo>
                  <a:lnTo>
                    <a:pt x="848471" y="2528"/>
                  </a:lnTo>
                  <a:lnTo>
                    <a:pt x="834207" y="25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BFDC4714-F4B9-5314-2F5F-17F9F28B7FB5}"/>
                </a:ext>
              </a:extLst>
            </p:cNvPr>
            <p:cNvSpPr/>
            <p:nvPr/>
          </p:nvSpPr>
          <p:spPr>
            <a:xfrm>
              <a:off x="7359955" y="2808294"/>
              <a:ext cx="682026" cy="1086021"/>
            </a:xfrm>
            <a:custGeom>
              <a:avLst/>
              <a:gdLst>
                <a:gd name="connsiteX0" fmla="*/ 0 w 682026"/>
                <a:gd name="connsiteY0" fmla="*/ 1086021 h 1086021"/>
                <a:gd name="connsiteX1" fmla="*/ 286772 w 682026"/>
                <a:gd name="connsiteY1" fmla="*/ 1086021 h 1086021"/>
                <a:gd name="connsiteX2" fmla="*/ 682027 w 682026"/>
                <a:gd name="connsiteY2" fmla="*/ 0 h 1086021"/>
                <a:gd name="connsiteX3" fmla="*/ 395291 w 682026"/>
                <a:gd name="connsiteY3" fmla="*/ 0 h 1086021"/>
                <a:gd name="connsiteX4" fmla="*/ 0 w 682026"/>
                <a:gd name="connsiteY4" fmla="*/ 1086021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026" h="1086021">
                  <a:moveTo>
                    <a:pt x="0" y="1086021"/>
                  </a:moveTo>
                  <a:lnTo>
                    <a:pt x="286772" y="1086021"/>
                  </a:lnTo>
                  <a:lnTo>
                    <a:pt x="682027" y="0"/>
                  </a:lnTo>
                  <a:lnTo>
                    <a:pt x="395291" y="0"/>
                  </a:lnTo>
                  <a:lnTo>
                    <a:pt x="0" y="1086021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CEE76973-9B07-ACF3-D06F-8FBEC69269E9}"/>
                </a:ext>
              </a:extLst>
            </p:cNvPr>
            <p:cNvSpPr/>
            <p:nvPr/>
          </p:nvSpPr>
          <p:spPr>
            <a:xfrm>
              <a:off x="3838015" y="4167870"/>
              <a:ext cx="1029649" cy="1116969"/>
            </a:xfrm>
            <a:custGeom>
              <a:avLst/>
              <a:gdLst>
                <a:gd name="connsiteX0" fmla="*/ 671879 w 1029649"/>
                <a:gd name="connsiteY0" fmla="*/ 898668 h 1116969"/>
                <a:gd name="connsiteX1" fmla="*/ 329385 w 1029649"/>
                <a:gd name="connsiteY1" fmla="*/ 1116970 h 1116969"/>
                <a:gd name="connsiteX2" fmla="*/ 0 w 1029649"/>
                <a:gd name="connsiteY2" fmla="*/ 837601 h 1116969"/>
                <a:gd name="connsiteX3" fmla="*/ 390452 w 1029649"/>
                <a:gd name="connsiteY3" fmla="*/ 499477 h 1116969"/>
                <a:gd name="connsiteX4" fmla="*/ 669676 w 1029649"/>
                <a:gd name="connsiteY4" fmla="*/ 416598 h 1116969"/>
                <a:gd name="connsiteX5" fmla="*/ 669676 w 1029649"/>
                <a:gd name="connsiteY5" fmla="*/ 392619 h 1116969"/>
                <a:gd name="connsiteX6" fmla="*/ 484273 w 1029649"/>
                <a:gd name="connsiteY6" fmla="*/ 224658 h 1116969"/>
                <a:gd name="connsiteX7" fmla="*/ 235600 w 1029649"/>
                <a:gd name="connsiteY7" fmla="*/ 383916 h 1116969"/>
                <a:gd name="connsiteX8" fmla="*/ 8739 w 1029649"/>
                <a:gd name="connsiteY8" fmla="*/ 261746 h 1116969"/>
                <a:gd name="connsiteX9" fmla="*/ 514825 w 1029649"/>
                <a:gd name="connsiteY9" fmla="*/ 0 h 1116969"/>
                <a:gd name="connsiteX10" fmla="*/ 966379 w 1029649"/>
                <a:gd name="connsiteY10" fmla="*/ 410097 h 1116969"/>
                <a:gd name="connsiteX11" fmla="*/ 966379 w 1029649"/>
                <a:gd name="connsiteY11" fmla="*/ 763498 h 1116969"/>
                <a:gd name="connsiteX12" fmla="*/ 1029649 w 1029649"/>
                <a:gd name="connsiteY12" fmla="*/ 1114189 h 1116969"/>
                <a:gd name="connsiteX13" fmla="*/ 726446 w 1029649"/>
                <a:gd name="connsiteY13" fmla="*/ 1114189 h 1116969"/>
                <a:gd name="connsiteX14" fmla="*/ 671915 w 1029649"/>
                <a:gd name="connsiteY14" fmla="*/ 898740 h 1116969"/>
                <a:gd name="connsiteX15" fmla="*/ 677152 w 1029649"/>
                <a:gd name="connsiteY15" fmla="*/ 712615 h 1116969"/>
                <a:gd name="connsiteX16" fmla="*/ 677152 w 1029649"/>
                <a:gd name="connsiteY16" fmla="*/ 544473 h 1116969"/>
                <a:gd name="connsiteX17" fmla="*/ 677152 w 1029649"/>
                <a:gd name="connsiteY17" fmla="*/ 544473 h 1116969"/>
                <a:gd name="connsiteX18" fmla="*/ 533170 w 1029649"/>
                <a:gd name="connsiteY18" fmla="*/ 606334 h 1116969"/>
                <a:gd name="connsiteX19" fmla="*/ 308476 w 1029649"/>
                <a:gd name="connsiteY19" fmla="*/ 784588 h 1116969"/>
                <a:gd name="connsiteX20" fmla="*/ 441552 w 1029649"/>
                <a:gd name="connsiteY20" fmla="*/ 919830 h 1116969"/>
                <a:gd name="connsiteX21" fmla="*/ 677152 w 1029649"/>
                <a:gd name="connsiteY21" fmla="*/ 712615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9649" h="1116969">
                  <a:moveTo>
                    <a:pt x="671879" y="898668"/>
                  </a:moveTo>
                  <a:cubicBezTo>
                    <a:pt x="621068" y="1043155"/>
                    <a:pt x="486476" y="1116970"/>
                    <a:pt x="329385" y="1116970"/>
                  </a:cubicBezTo>
                  <a:cubicBezTo>
                    <a:pt x="119967" y="1116970"/>
                    <a:pt x="0" y="1018635"/>
                    <a:pt x="0" y="837601"/>
                  </a:cubicBezTo>
                  <a:cubicBezTo>
                    <a:pt x="0" y="630350"/>
                    <a:pt x="163591" y="545304"/>
                    <a:pt x="390452" y="499477"/>
                  </a:cubicBezTo>
                  <a:cubicBezTo>
                    <a:pt x="578058" y="460222"/>
                    <a:pt x="660937" y="440577"/>
                    <a:pt x="669676" y="416598"/>
                  </a:cubicBezTo>
                  <a:lnTo>
                    <a:pt x="669676" y="392619"/>
                  </a:lnTo>
                  <a:cubicBezTo>
                    <a:pt x="669676" y="287928"/>
                    <a:pt x="617313" y="224658"/>
                    <a:pt x="484273" y="224658"/>
                  </a:cubicBezTo>
                  <a:cubicBezTo>
                    <a:pt x="351233" y="224658"/>
                    <a:pt x="270485" y="303167"/>
                    <a:pt x="235600" y="383916"/>
                  </a:cubicBezTo>
                  <a:lnTo>
                    <a:pt x="8739" y="261746"/>
                  </a:lnTo>
                  <a:cubicBezTo>
                    <a:pt x="87285" y="100321"/>
                    <a:pt x="279224" y="0"/>
                    <a:pt x="514825" y="0"/>
                  </a:cubicBezTo>
                  <a:cubicBezTo>
                    <a:pt x="822398" y="0"/>
                    <a:pt x="966379" y="143982"/>
                    <a:pt x="966379" y="410097"/>
                  </a:cubicBezTo>
                  <a:lnTo>
                    <a:pt x="966379" y="763498"/>
                  </a:lnTo>
                  <a:cubicBezTo>
                    <a:pt x="966379" y="990358"/>
                    <a:pt x="992561" y="1083674"/>
                    <a:pt x="1029649" y="1114189"/>
                  </a:cubicBezTo>
                  <a:lnTo>
                    <a:pt x="726446" y="1114189"/>
                  </a:lnTo>
                  <a:cubicBezTo>
                    <a:pt x="700264" y="1090210"/>
                    <a:pt x="678452" y="1023077"/>
                    <a:pt x="671915" y="898740"/>
                  </a:cubicBezTo>
                  <a:close/>
                  <a:moveTo>
                    <a:pt x="677152" y="712615"/>
                  </a:moveTo>
                  <a:lnTo>
                    <a:pt x="677152" y="544473"/>
                  </a:lnTo>
                  <a:lnTo>
                    <a:pt x="677152" y="544473"/>
                  </a:lnTo>
                  <a:cubicBezTo>
                    <a:pt x="647575" y="571811"/>
                    <a:pt x="611715" y="582356"/>
                    <a:pt x="533170" y="606334"/>
                  </a:cubicBezTo>
                  <a:cubicBezTo>
                    <a:pt x="384855" y="647792"/>
                    <a:pt x="308476" y="686433"/>
                    <a:pt x="308476" y="784588"/>
                  </a:cubicBezTo>
                  <a:cubicBezTo>
                    <a:pt x="308476" y="871836"/>
                    <a:pt x="369543" y="919830"/>
                    <a:pt x="441552" y="919830"/>
                  </a:cubicBezTo>
                  <a:cubicBezTo>
                    <a:pt x="550612" y="919830"/>
                    <a:pt x="655340" y="839118"/>
                    <a:pt x="677152" y="71261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585E135E-B946-7ED3-A602-BF3437A397C1}"/>
                </a:ext>
              </a:extLst>
            </p:cNvPr>
            <p:cNvSpPr/>
            <p:nvPr/>
          </p:nvSpPr>
          <p:spPr>
            <a:xfrm>
              <a:off x="8099474" y="4191379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7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6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7"/>
                    <a:pt x="438410" y="1100177"/>
                  </a:cubicBezTo>
                  <a:cubicBezTo>
                    <a:pt x="257159" y="1100177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08E3ADCC-8696-DBDD-5BF0-E47211209621}"/>
                </a:ext>
              </a:extLst>
            </p:cNvPr>
            <p:cNvSpPr/>
            <p:nvPr/>
          </p:nvSpPr>
          <p:spPr>
            <a:xfrm>
              <a:off x="8099474" y="2807536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8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7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8"/>
                    <a:pt x="438410" y="1100178"/>
                  </a:cubicBezTo>
                  <a:cubicBezTo>
                    <a:pt x="257159" y="1100178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8" name="TextBox 2">
            <a:extLst>
              <a:ext uri="{FF2B5EF4-FFF2-40B4-BE49-F238E27FC236}">
                <a16:creationId xmlns:a16="http://schemas.microsoft.com/office/drawing/2014/main" id="{0FC36BE7-4CCD-3D0C-2360-2A5120151A31}"/>
              </a:ext>
            </a:extLst>
          </p:cNvPr>
          <p:cNvSpPr txBox="1"/>
          <p:nvPr userDrawn="1"/>
        </p:nvSpPr>
        <p:spPr>
          <a:xfrm>
            <a:off x="304799" y="4536000"/>
            <a:ext cx="5791201" cy="1137600"/>
          </a:xfrm>
          <a:prstGeom prst="rect">
            <a:avLst/>
          </a:prstGeom>
          <a:noFill/>
        </p:spPr>
        <p:txBody>
          <a:bodyPr wrap="square" lIns="0" tIns="0" rIns="0" bIns="0" numCol="1" spcCol="14400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1000" kern="100" spc="-10" baseline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Der Inhalt dieses Dokuments ist vertraulich und nicht zur Weitergabe an andere Personen als die Adressat*innen bestimmt. Eine Weitergabe an Dritte darf nur mit vorheriger schriftlicher Zustimmung </a:t>
            </a:r>
            <a:br>
              <a:rPr lang="de-DE" sz="1000" kern="100" spc="-10" baseline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1000" kern="100" spc="-10" baseline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von </a:t>
            </a:r>
            <a:r>
              <a:rPr lang="de-DE" sz="1000" kern="100" spc="-10" baseline="0" err="1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Forvis</a:t>
            </a:r>
            <a:r>
              <a:rPr lang="de-DE" sz="1000" kern="100" spc="-10" baseline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Mazars erfolgen.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B49F186-25C1-CAB7-984D-B8915B57A1E7}"/>
              </a:ext>
            </a:extLst>
          </p:cNvPr>
          <p:cNvSpPr txBox="1"/>
          <p:nvPr userDrawn="1"/>
        </p:nvSpPr>
        <p:spPr>
          <a:xfrm>
            <a:off x="315558" y="1779410"/>
            <a:ext cx="5791200" cy="69249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lvl="0"/>
            <a:r>
              <a:rPr lang="en-US" sz="1400">
                <a:solidFill>
                  <a:schemeClr val="bg1"/>
                </a:solidFill>
              </a:rPr>
              <a:t>Forvis Mazars ESG GmbH &amp; Co. KG </a:t>
            </a:r>
          </a:p>
          <a:p>
            <a:pPr lvl="0"/>
            <a:r>
              <a:rPr lang="de-DE" sz="1400">
                <a:solidFill>
                  <a:schemeClr val="bg1"/>
                </a:solidFill>
              </a:rPr>
              <a:t>Domstra</a:t>
            </a:r>
            <a:r>
              <a:rPr lang="de-DE" sz="1400">
                <a:solidFill>
                  <a:schemeClr val="bg1"/>
                </a:solidFill>
                <a:cs typeface="Arial"/>
              </a:rPr>
              <a:t>ß</a:t>
            </a:r>
            <a:r>
              <a:rPr lang="de-DE" sz="1400">
                <a:solidFill>
                  <a:schemeClr val="bg1"/>
                </a:solidFill>
              </a:rPr>
              <a:t>e 15 | 20095 Hamburg</a:t>
            </a:r>
            <a:br>
              <a:rPr lang="de-DE" sz="1400">
                <a:solidFill>
                  <a:schemeClr val="bg1"/>
                </a:solidFill>
              </a:rPr>
            </a:br>
            <a:r>
              <a:rPr lang="de-DE" sz="1400">
                <a:solidFill>
                  <a:schemeClr val="bg1"/>
                </a:solidFill>
              </a:rPr>
              <a:t>Tel: +49 40 288 01 0 </a:t>
            </a:r>
          </a:p>
        </p:txBody>
      </p:sp>
    </p:spTree>
    <p:extLst>
      <p:ext uri="{BB962C8B-B14F-4D97-AF65-F5344CB8AC3E}">
        <p14:creationId xmlns:p14="http://schemas.microsoft.com/office/powerpoint/2010/main" val="10883133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17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utro - indigo background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D19440D8-36C8-9F20-5BE6-5D024AE51BA0}"/>
              </a:ext>
            </a:extLst>
          </p:cNvPr>
          <p:cNvSpPr txBox="1"/>
          <p:nvPr userDrawn="1"/>
        </p:nvSpPr>
        <p:spPr>
          <a:xfrm>
            <a:off x="304800" y="298800"/>
            <a:ext cx="1061188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Contact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54649-4A4B-29E4-6982-D75D679FBBB3}"/>
              </a:ext>
            </a:extLst>
          </p:cNvPr>
          <p:cNvSpPr txBox="1"/>
          <p:nvPr userDrawn="1"/>
        </p:nvSpPr>
        <p:spPr>
          <a:xfrm>
            <a:off x="304800" y="1260000"/>
            <a:ext cx="326886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GB" b="1" err="1">
                <a:solidFill>
                  <a:schemeClr val="bg1"/>
                </a:solidFill>
              </a:rPr>
              <a:t>Forvis</a:t>
            </a:r>
            <a:r>
              <a:rPr lang="en-GB" b="1">
                <a:solidFill>
                  <a:schemeClr val="bg1"/>
                </a:solidFill>
              </a:rPr>
              <a:t> Mazars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0646158-6A81-A2DD-C44D-921AE4DD9EC2}"/>
              </a:ext>
            </a:extLst>
          </p:cNvPr>
          <p:cNvSpPr txBox="1">
            <a:spLocks/>
          </p:cNvSpPr>
          <p:nvPr userDrawn="1"/>
        </p:nvSpPr>
        <p:spPr>
          <a:xfrm>
            <a:off x="304799" y="5585255"/>
            <a:ext cx="3268869" cy="270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noProof="0">
                <a:solidFill>
                  <a:schemeClr val="bg1"/>
                </a:solidFill>
              </a:rPr>
              <a:t>© Forvis Mazars 2026.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9062D-C241-7766-3A4A-20ED6C84594E}"/>
              </a:ext>
            </a:extLst>
          </p:cNvPr>
          <p:cNvSpPr txBox="1"/>
          <p:nvPr userDrawn="1"/>
        </p:nvSpPr>
        <p:spPr>
          <a:xfrm>
            <a:off x="-6392332" y="30480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Bitte halten Sie sich an folgende Anweisungen, wenn Sie diese Folienvorlage verwenden: </a:t>
            </a:r>
          </a:p>
          <a:p>
            <a:b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</a:b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Sie haben die Möglichkeit, eine andere Farbe für den Hintergrund der Deckblätter, der Trennfolien und der Abschlussfolien aus den folgenden Optionen zu wählen:</a:t>
            </a:r>
          </a:p>
          <a:p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Weiß</a:t>
            </a:r>
          </a:p>
          <a:p>
            <a:pPr marL="171450" indent="-171450">
              <a:buFontTx/>
              <a:buChar char="-"/>
            </a:pPr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Indigo </a:t>
            </a:r>
            <a:r>
              <a:rPr lang="de-DE" sz="1200" i="1" err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Dye</a:t>
            </a:r>
            <a:endParaRPr lang="de-DE" sz="1200" i="1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- True Blue oder eine beliebige Farbe aus der "Vision"-Farbpalette </a:t>
            </a:r>
          </a:p>
          <a:p>
            <a:r>
              <a:rPr lang="de-DE" sz="1200" i="1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(siehe Folie 2).</a:t>
            </a:r>
            <a:endParaRPr lang="en-US" sz="120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666CC19B-1B6C-5FFE-209A-A956EC961603}"/>
              </a:ext>
            </a:extLst>
          </p:cNvPr>
          <p:cNvSpPr txBox="1"/>
          <p:nvPr userDrawn="1"/>
        </p:nvSpPr>
        <p:spPr>
          <a:xfrm>
            <a:off x="7360824" y="298800"/>
            <a:ext cx="1496051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Follow us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FCC3F08D-22E5-C944-B3FD-93EDDE5B1F96}"/>
              </a:ext>
            </a:extLst>
          </p:cNvPr>
          <p:cNvSpPr txBox="1"/>
          <p:nvPr userDrawn="1"/>
        </p:nvSpPr>
        <p:spPr>
          <a:xfrm>
            <a:off x="7360824" y="1258888"/>
            <a:ext cx="4531139" cy="30777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LinkedIn: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Xing: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Facebook: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bg2"/>
                </a:solidFill>
              </a:rPr>
              <a:t>Instagram:</a:t>
            </a:r>
            <a:br>
              <a:rPr lang="fr-FR" sz="1400" b="1" u="none">
                <a:solidFill>
                  <a:schemeClr val="bg2"/>
                </a:solidFill>
              </a:rPr>
            </a:br>
            <a:r>
              <a:rPr lang="fr-FR" sz="1400" u="none" err="1">
                <a:solidFill>
                  <a:schemeClr val="bg2"/>
                </a:solidFill>
              </a:rPr>
              <a:t>Forvis</a:t>
            </a:r>
            <a:r>
              <a:rPr lang="fr-FR" sz="1400" u="none">
                <a:solidFill>
                  <a:schemeClr val="bg2"/>
                </a:solidFill>
              </a:rPr>
              <a:t> Mazars in Germany</a:t>
            </a:r>
          </a:p>
          <a:p>
            <a:endParaRPr lang="en-GB" sz="1400" b="1">
              <a:solidFill>
                <a:schemeClr val="bg1"/>
              </a:solidFill>
            </a:endParaRPr>
          </a:p>
          <a:p>
            <a:r>
              <a:rPr lang="en-GB" sz="1400" b="1">
                <a:solidFill>
                  <a:schemeClr val="bg1"/>
                </a:solidFill>
              </a:rPr>
              <a:t>Find out more at www.forvismazars.com/de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E133A6C8-E540-3C8E-CF67-EFBE87E548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811963" y="6165234"/>
            <a:ext cx="1080000" cy="453765"/>
            <a:chOff x="1721984" y="2257682"/>
            <a:chExt cx="7247953" cy="3045250"/>
          </a:xfrm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46C20214-B030-8875-9F79-F18723811C18}"/>
                </a:ext>
              </a:extLst>
            </p:cNvPr>
            <p:cNvSpPr/>
            <p:nvPr/>
          </p:nvSpPr>
          <p:spPr>
            <a:xfrm>
              <a:off x="1721984" y="4167798"/>
              <a:ext cx="1948179" cy="1135134"/>
            </a:xfrm>
            <a:custGeom>
              <a:avLst/>
              <a:gdLst>
                <a:gd name="connsiteX0" fmla="*/ 1948179 w 1948179"/>
                <a:gd name="connsiteY0" fmla="*/ 391066 h 1135134"/>
                <a:gd name="connsiteX1" fmla="*/ 1641834 w 1948179"/>
                <a:gd name="connsiteY1" fmla="*/ 0 h 1135134"/>
                <a:gd name="connsiteX2" fmla="*/ 1272508 w 1948179"/>
                <a:gd name="connsiteY2" fmla="*/ 302012 h 1135134"/>
                <a:gd name="connsiteX3" fmla="*/ 1257305 w 1948179"/>
                <a:gd name="connsiteY3" fmla="*/ 302012 h 1135134"/>
                <a:gd name="connsiteX4" fmla="*/ 955329 w 1948179"/>
                <a:gd name="connsiteY4" fmla="*/ 0 h 1135134"/>
                <a:gd name="connsiteX5" fmla="*/ 581633 w 1948179"/>
                <a:gd name="connsiteY5" fmla="*/ 312846 h 1135134"/>
                <a:gd name="connsiteX6" fmla="*/ 566177 w 1948179"/>
                <a:gd name="connsiteY6" fmla="*/ 312846 h 1135134"/>
                <a:gd name="connsiteX7" fmla="*/ 333646 w 1948179"/>
                <a:gd name="connsiteY7" fmla="*/ 28240 h 1135134"/>
                <a:gd name="connsiteX8" fmla="*/ 223972 w 1948179"/>
                <a:gd name="connsiteY8" fmla="*/ 10870 h 1135134"/>
                <a:gd name="connsiteX9" fmla="*/ 0 w 1948179"/>
                <a:gd name="connsiteY9" fmla="*/ 10870 h 1135134"/>
                <a:gd name="connsiteX10" fmla="*/ 0 w 1948179"/>
                <a:gd name="connsiteY10" fmla="*/ 257990 h 1135134"/>
                <a:gd name="connsiteX11" fmla="*/ 283991 w 1948179"/>
                <a:gd name="connsiteY11" fmla="*/ 258099 h 1135134"/>
                <a:gd name="connsiteX12" fmla="*/ 283991 w 1948179"/>
                <a:gd name="connsiteY12" fmla="*/ 1116717 h 1135134"/>
                <a:gd name="connsiteX13" fmla="*/ 585967 w 1948179"/>
                <a:gd name="connsiteY13" fmla="*/ 1116717 h 1135134"/>
                <a:gd name="connsiteX14" fmla="*/ 585967 w 1948179"/>
                <a:gd name="connsiteY14" fmla="*/ 562710 h 1135134"/>
                <a:gd name="connsiteX15" fmla="*/ 597342 w 1948179"/>
                <a:gd name="connsiteY15" fmla="*/ 466506 h 1135134"/>
                <a:gd name="connsiteX16" fmla="*/ 820592 w 1948179"/>
                <a:gd name="connsiteY16" fmla="*/ 254198 h 1135134"/>
                <a:gd name="connsiteX17" fmla="*/ 968330 w 1948179"/>
                <a:gd name="connsiteY17" fmla="*/ 473656 h 1135134"/>
                <a:gd name="connsiteX18" fmla="*/ 968330 w 1948179"/>
                <a:gd name="connsiteY18" fmla="*/ 1116753 h 1135134"/>
                <a:gd name="connsiteX19" fmla="*/ 1270305 w 1948179"/>
                <a:gd name="connsiteY19" fmla="*/ 1116753 h 1135134"/>
                <a:gd name="connsiteX20" fmla="*/ 1270305 w 1948179"/>
                <a:gd name="connsiteY20" fmla="*/ 549710 h 1135134"/>
                <a:gd name="connsiteX21" fmla="*/ 1511467 w 1948179"/>
                <a:gd name="connsiteY21" fmla="*/ 254234 h 1135134"/>
                <a:gd name="connsiteX22" fmla="*/ 1644001 w 1948179"/>
                <a:gd name="connsiteY22" fmla="*/ 473692 h 1135134"/>
                <a:gd name="connsiteX23" fmla="*/ 1644001 w 1948179"/>
                <a:gd name="connsiteY23" fmla="*/ 833231 h 1135134"/>
                <a:gd name="connsiteX24" fmla="*/ 1948179 w 1948179"/>
                <a:gd name="connsiteY24" fmla="*/ 1135135 h 1135134"/>
                <a:gd name="connsiteX25" fmla="*/ 1948179 w 1948179"/>
                <a:gd name="connsiteY25" fmla="*/ 391102 h 113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179" h="1135134">
                  <a:moveTo>
                    <a:pt x="1948179" y="391066"/>
                  </a:moveTo>
                  <a:cubicBezTo>
                    <a:pt x="1948179" y="149904"/>
                    <a:pt x="1852589" y="0"/>
                    <a:pt x="1641834" y="0"/>
                  </a:cubicBezTo>
                  <a:cubicBezTo>
                    <a:pt x="1468023" y="0"/>
                    <a:pt x="1335489" y="108627"/>
                    <a:pt x="1272508" y="302012"/>
                  </a:cubicBezTo>
                  <a:lnTo>
                    <a:pt x="1257305" y="302012"/>
                  </a:lnTo>
                  <a:cubicBezTo>
                    <a:pt x="1239934" y="128201"/>
                    <a:pt x="1142141" y="0"/>
                    <a:pt x="955329" y="0"/>
                  </a:cubicBezTo>
                  <a:cubicBezTo>
                    <a:pt x="768517" y="0"/>
                    <a:pt x="640317" y="115128"/>
                    <a:pt x="581633" y="312846"/>
                  </a:cubicBezTo>
                  <a:lnTo>
                    <a:pt x="566177" y="312846"/>
                  </a:lnTo>
                  <a:cubicBezTo>
                    <a:pt x="527067" y="181539"/>
                    <a:pt x="455238" y="69770"/>
                    <a:pt x="333646" y="28240"/>
                  </a:cubicBezTo>
                  <a:cubicBezTo>
                    <a:pt x="300820" y="17009"/>
                    <a:pt x="264382" y="10870"/>
                    <a:pt x="223972" y="10870"/>
                  </a:cubicBezTo>
                  <a:lnTo>
                    <a:pt x="0" y="10870"/>
                  </a:lnTo>
                  <a:lnTo>
                    <a:pt x="0" y="257990"/>
                  </a:lnTo>
                  <a:lnTo>
                    <a:pt x="283991" y="258099"/>
                  </a:lnTo>
                  <a:lnTo>
                    <a:pt x="283991" y="1116717"/>
                  </a:lnTo>
                  <a:lnTo>
                    <a:pt x="585967" y="1116717"/>
                  </a:lnTo>
                  <a:lnTo>
                    <a:pt x="585967" y="562710"/>
                  </a:lnTo>
                  <a:cubicBezTo>
                    <a:pt x="586725" y="527536"/>
                    <a:pt x="590806" y="495613"/>
                    <a:pt x="597342" y="466506"/>
                  </a:cubicBezTo>
                  <a:cubicBezTo>
                    <a:pt x="629158" y="324727"/>
                    <a:pt x="723268" y="254198"/>
                    <a:pt x="820592" y="254198"/>
                  </a:cubicBezTo>
                  <a:cubicBezTo>
                    <a:pt x="917916" y="254198"/>
                    <a:pt x="968330" y="297642"/>
                    <a:pt x="968330" y="473656"/>
                  </a:cubicBezTo>
                  <a:lnTo>
                    <a:pt x="968330" y="1116753"/>
                  </a:lnTo>
                  <a:lnTo>
                    <a:pt x="1270305" y="1116753"/>
                  </a:lnTo>
                  <a:lnTo>
                    <a:pt x="1270305" y="549710"/>
                  </a:lnTo>
                  <a:cubicBezTo>
                    <a:pt x="1292045" y="330288"/>
                    <a:pt x="1405006" y="254234"/>
                    <a:pt x="1511467" y="254234"/>
                  </a:cubicBezTo>
                  <a:cubicBezTo>
                    <a:pt x="1617927" y="254234"/>
                    <a:pt x="1644001" y="328121"/>
                    <a:pt x="1644001" y="473692"/>
                  </a:cubicBezTo>
                  <a:lnTo>
                    <a:pt x="1644001" y="833231"/>
                  </a:lnTo>
                  <a:cubicBezTo>
                    <a:pt x="1644001" y="1005923"/>
                    <a:pt x="1755662" y="1125384"/>
                    <a:pt x="1948179" y="1135135"/>
                  </a:cubicBezTo>
                  <a:lnTo>
                    <a:pt x="1948179" y="39110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7B17CCD1-09C2-DD76-8AB1-95E832920551}"/>
                </a:ext>
              </a:extLst>
            </p:cNvPr>
            <p:cNvSpPr/>
            <p:nvPr/>
          </p:nvSpPr>
          <p:spPr>
            <a:xfrm>
              <a:off x="5035697" y="4193979"/>
              <a:ext cx="910332" cy="1088477"/>
            </a:xfrm>
            <a:custGeom>
              <a:avLst/>
              <a:gdLst>
                <a:gd name="connsiteX0" fmla="*/ 326785 w 910332"/>
                <a:gd name="connsiteY0" fmla="*/ 851469 h 1088477"/>
                <a:gd name="connsiteX1" fmla="*/ 897296 w 910332"/>
                <a:gd name="connsiteY1" fmla="*/ 235817 h 1088477"/>
                <a:gd name="connsiteX2" fmla="*/ 897296 w 910332"/>
                <a:gd name="connsiteY2" fmla="*/ 5381 h 1088477"/>
                <a:gd name="connsiteX3" fmla="*/ 897296 w 910332"/>
                <a:gd name="connsiteY3" fmla="*/ 5381 h 1088477"/>
                <a:gd name="connsiteX4" fmla="*/ 897296 w 910332"/>
                <a:gd name="connsiteY4" fmla="*/ 0 h 1088477"/>
                <a:gd name="connsiteX5" fmla="*/ 22535 w 910332"/>
                <a:gd name="connsiteY5" fmla="*/ 0 h 1088477"/>
                <a:gd name="connsiteX6" fmla="*/ 22535 w 910332"/>
                <a:gd name="connsiteY6" fmla="*/ 225958 h 1088477"/>
                <a:gd name="connsiteX7" fmla="*/ 600629 w 910332"/>
                <a:gd name="connsiteY7" fmla="*/ 225958 h 1088477"/>
                <a:gd name="connsiteX8" fmla="*/ 0 w 910332"/>
                <a:gd name="connsiteY8" fmla="*/ 868947 h 1088477"/>
                <a:gd name="connsiteX9" fmla="*/ 0 w 910332"/>
                <a:gd name="connsiteY9" fmla="*/ 1088477 h 1088477"/>
                <a:gd name="connsiteX10" fmla="*/ 910333 w 910332"/>
                <a:gd name="connsiteY10" fmla="*/ 1088477 h 1088477"/>
                <a:gd name="connsiteX11" fmla="*/ 910333 w 910332"/>
                <a:gd name="connsiteY11" fmla="*/ 851469 h 1088477"/>
                <a:gd name="connsiteX12" fmla="*/ 326785 w 910332"/>
                <a:gd name="connsiteY12" fmla="*/ 851469 h 10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0332" h="1088477">
                  <a:moveTo>
                    <a:pt x="326785" y="851469"/>
                  </a:moveTo>
                  <a:lnTo>
                    <a:pt x="897296" y="235817"/>
                  </a:lnTo>
                  <a:lnTo>
                    <a:pt x="897296" y="5381"/>
                  </a:lnTo>
                  <a:lnTo>
                    <a:pt x="897296" y="5381"/>
                  </a:lnTo>
                  <a:lnTo>
                    <a:pt x="897296" y="0"/>
                  </a:lnTo>
                  <a:lnTo>
                    <a:pt x="22535" y="0"/>
                  </a:lnTo>
                  <a:lnTo>
                    <a:pt x="22535" y="225958"/>
                  </a:lnTo>
                  <a:lnTo>
                    <a:pt x="600629" y="225958"/>
                  </a:lnTo>
                  <a:lnTo>
                    <a:pt x="0" y="868947"/>
                  </a:lnTo>
                  <a:lnTo>
                    <a:pt x="0" y="1088477"/>
                  </a:lnTo>
                  <a:lnTo>
                    <a:pt x="910333" y="1088477"/>
                  </a:lnTo>
                  <a:lnTo>
                    <a:pt x="910333" y="851469"/>
                  </a:lnTo>
                  <a:lnTo>
                    <a:pt x="326785" y="851469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81FF7235-0175-C3C4-32BE-720D09857F36}"/>
                </a:ext>
              </a:extLst>
            </p:cNvPr>
            <p:cNvSpPr/>
            <p:nvPr/>
          </p:nvSpPr>
          <p:spPr>
            <a:xfrm>
              <a:off x="6099401" y="4169495"/>
              <a:ext cx="1028023" cy="1115344"/>
            </a:xfrm>
            <a:custGeom>
              <a:avLst/>
              <a:gdLst>
                <a:gd name="connsiteX0" fmla="*/ 670832 w 1028023"/>
                <a:gd name="connsiteY0" fmla="*/ 897368 h 1115344"/>
                <a:gd name="connsiteX1" fmla="*/ 328879 w 1028023"/>
                <a:gd name="connsiteY1" fmla="*/ 1115345 h 1115344"/>
                <a:gd name="connsiteX2" fmla="*/ 0 w 1028023"/>
                <a:gd name="connsiteY2" fmla="*/ 836373 h 1115344"/>
                <a:gd name="connsiteX3" fmla="*/ 389874 w 1028023"/>
                <a:gd name="connsiteY3" fmla="*/ 498754 h 1115344"/>
                <a:gd name="connsiteX4" fmla="*/ 668665 w 1028023"/>
                <a:gd name="connsiteY4" fmla="*/ 415984 h 1115344"/>
                <a:gd name="connsiteX5" fmla="*/ 668665 w 1028023"/>
                <a:gd name="connsiteY5" fmla="*/ 392041 h 1115344"/>
                <a:gd name="connsiteX6" fmla="*/ 483515 w 1028023"/>
                <a:gd name="connsiteY6" fmla="*/ 224333 h 1115344"/>
                <a:gd name="connsiteX7" fmla="*/ 235203 w 1028023"/>
                <a:gd name="connsiteY7" fmla="*/ 383338 h 1115344"/>
                <a:gd name="connsiteX8" fmla="*/ 8703 w 1028023"/>
                <a:gd name="connsiteY8" fmla="*/ 261349 h 1115344"/>
                <a:gd name="connsiteX9" fmla="*/ 513994 w 1028023"/>
                <a:gd name="connsiteY9" fmla="*/ 0 h 1115344"/>
                <a:gd name="connsiteX10" fmla="*/ 964863 w 1028023"/>
                <a:gd name="connsiteY10" fmla="*/ 409483 h 1115344"/>
                <a:gd name="connsiteX11" fmla="*/ 964863 w 1028023"/>
                <a:gd name="connsiteY11" fmla="*/ 762342 h 1115344"/>
                <a:gd name="connsiteX12" fmla="*/ 1028024 w 1028023"/>
                <a:gd name="connsiteY12" fmla="*/ 1112528 h 1115344"/>
                <a:gd name="connsiteX13" fmla="*/ 725290 w 1028023"/>
                <a:gd name="connsiteY13" fmla="*/ 1112528 h 1115344"/>
                <a:gd name="connsiteX14" fmla="*/ 670832 w 1028023"/>
                <a:gd name="connsiteY14" fmla="*/ 897404 h 1115344"/>
                <a:gd name="connsiteX15" fmla="*/ 676104 w 1028023"/>
                <a:gd name="connsiteY15" fmla="*/ 711603 h 1115344"/>
                <a:gd name="connsiteX16" fmla="*/ 676104 w 1028023"/>
                <a:gd name="connsiteY16" fmla="*/ 543715 h 1115344"/>
                <a:gd name="connsiteX17" fmla="*/ 676104 w 1028023"/>
                <a:gd name="connsiteY17" fmla="*/ 543715 h 1115344"/>
                <a:gd name="connsiteX18" fmla="*/ 532339 w 1028023"/>
                <a:gd name="connsiteY18" fmla="*/ 605468 h 1115344"/>
                <a:gd name="connsiteX19" fmla="*/ 308006 w 1028023"/>
                <a:gd name="connsiteY19" fmla="*/ 783468 h 1115344"/>
                <a:gd name="connsiteX20" fmla="*/ 440865 w 1028023"/>
                <a:gd name="connsiteY20" fmla="*/ 918494 h 1115344"/>
                <a:gd name="connsiteX21" fmla="*/ 676104 w 1028023"/>
                <a:gd name="connsiteY21" fmla="*/ 711567 h 111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8023" h="1115344">
                  <a:moveTo>
                    <a:pt x="670832" y="897368"/>
                  </a:moveTo>
                  <a:cubicBezTo>
                    <a:pt x="620093" y="1041639"/>
                    <a:pt x="485681" y="1115345"/>
                    <a:pt x="328879" y="1115345"/>
                  </a:cubicBezTo>
                  <a:cubicBezTo>
                    <a:pt x="119786" y="1115345"/>
                    <a:pt x="0" y="1017154"/>
                    <a:pt x="0" y="836373"/>
                  </a:cubicBezTo>
                  <a:cubicBezTo>
                    <a:pt x="0" y="629447"/>
                    <a:pt x="163374" y="544509"/>
                    <a:pt x="389874" y="498754"/>
                  </a:cubicBezTo>
                  <a:cubicBezTo>
                    <a:pt x="577191" y="459536"/>
                    <a:pt x="659962" y="439963"/>
                    <a:pt x="668665" y="415984"/>
                  </a:cubicBezTo>
                  <a:lnTo>
                    <a:pt x="668665" y="392041"/>
                  </a:lnTo>
                  <a:cubicBezTo>
                    <a:pt x="668665" y="287494"/>
                    <a:pt x="616410" y="224333"/>
                    <a:pt x="483515" y="224333"/>
                  </a:cubicBezTo>
                  <a:cubicBezTo>
                    <a:pt x="350619" y="224333"/>
                    <a:pt x="270052" y="302734"/>
                    <a:pt x="235203" y="383338"/>
                  </a:cubicBezTo>
                  <a:lnTo>
                    <a:pt x="8703" y="261349"/>
                  </a:lnTo>
                  <a:cubicBezTo>
                    <a:pt x="87104" y="100177"/>
                    <a:pt x="278791" y="0"/>
                    <a:pt x="513994" y="0"/>
                  </a:cubicBezTo>
                  <a:cubicBezTo>
                    <a:pt x="821098" y="0"/>
                    <a:pt x="964863" y="143729"/>
                    <a:pt x="964863" y="409483"/>
                  </a:cubicBezTo>
                  <a:lnTo>
                    <a:pt x="964863" y="762342"/>
                  </a:lnTo>
                  <a:cubicBezTo>
                    <a:pt x="964863" y="988841"/>
                    <a:pt x="991008" y="1082013"/>
                    <a:pt x="1028024" y="1112528"/>
                  </a:cubicBezTo>
                  <a:lnTo>
                    <a:pt x="725290" y="1112528"/>
                  </a:lnTo>
                  <a:cubicBezTo>
                    <a:pt x="699144" y="1088585"/>
                    <a:pt x="677368" y="1021560"/>
                    <a:pt x="670832" y="897404"/>
                  </a:cubicBezTo>
                  <a:close/>
                  <a:moveTo>
                    <a:pt x="676104" y="711603"/>
                  </a:moveTo>
                  <a:lnTo>
                    <a:pt x="676104" y="543715"/>
                  </a:lnTo>
                  <a:lnTo>
                    <a:pt x="676104" y="543715"/>
                  </a:lnTo>
                  <a:cubicBezTo>
                    <a:pt x="646564" y="571016"/>
                    <a:pt x="610776" y="581525"/>
                    <a:pt x="532339" y="605468"/>
                  </a:cubicBezTo>
                  <a:cubicBezTo>
                    <a:pt x="384241" y="646853"/>
                    <a:pt x="308006" y="685458"/>
                    <a:pt x="308006" y="783468"/>
                  </a:cubicBezTo>
                  <a:cubicBezTo>
                    <a:pt x="308006" y="870608"/>
                    <a:pt x="369001" y="918494"/>
                    <a:pt x="440865" y="918494"/>
                  </a:cubicBezTo>
                  <a:cubicBezTo>
                    <a:pt x="549782" y="918494"/>
                    <a:pt x="654328" y="837926"/>
                    <a:pt x="676104" y="71156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8F41DE6D-FB05-FDA5-5A21-9310B6FD7631}"/>
                </a:ext>
              </a:extLst>
            </p:cNvPr>
            <p:cNvSpPr/>
            <p:nvPr/>
          </p:nvSpPr>
          <p:spPr>
            <a:xfrm>
              <a:off x="4301487" y="2782401"/>
              <a:ext cx="1066448" cy="1110650"/>
            </a:xfrm>
            <a:custGeom>
              <a:avLst/>
              <a:gdLst>
                <a:gd name="connsiteX0" fmla="*/ 0 w 1066448"/>
                <a:gd name="connsiteY0" fmla="*/ 556390 h 1110650"/>
                <a:gd name="connsiteX1" fmla="*/ 541657 w 1066448"/>
                <a:gd name="connsiteY1" fmla="*/ 0 h 1110650"/>
                <a:gd name="connsiteX2" fmla="*/ 1066448 w 1066448"/>
                <a:gd name="connsiteY2" fmla="*/ 545846 h 1110650"/>
                <a:gd name="connsiteX3" fmla="*/ 526923 w 1066448"/>
                <a:gd name="connsiteY3" fmla="*/ 1110650 h 1110650"/>
                <a:gd name="connsiteX4" fmla="*/ 36 w 1066448"/>
                <a:gd name="connsiteY4" fmla="*/ 556354 h 1110650"/>
                <a:gd name="connsiteX5" fmla="*/ 765051 w 1066448"/>
                <a:gd name="connsiteY5" fmla="*/ 550071 h 1110650"/>
                <a:gd name="connsiteX6" fmla="*/ 537431 w 1066448"/>
                <a:gd name="connsiteY6" fmla="*/ 216569 h 1110650"/>
                <a:gd name="connsiteX7" fmla="*/ 305587 w 1066448"/>
                <a:gd name="connsiteY7" fmla="*/ 547976 h 1110650"/>
                <a:gd name="connsiteX8" fmla="*/ 528981 w 1066448"/>
                <a:gd name="connsiteY8" fmla="*/ 892023 h 1110650"/>
                <a:gd name="connsiteX9" fmla="*/ 765051 w 1066448"/>
                <a:gd name="connsiteY9" fmla="*/ 550071 h 111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6448" h="1110650">
                  <a:moveTo>
                    <a:pt x="0" y="556390"/>
                  </a:moveTo>
                  <a:cubicBezTo>
                    <a:pt x="0" y="238164"/>
                    <a:pt x="198115" y="0"/>
                    <a:pt x="541657" y="0"/>
                  </a:cubicBezTo>
                  <a:cubicBezTo>
                    <a:pt x="885198" y="0"/>
                    <a:pt x="1066448" y="214980"/>
                    <a:pt x="1066448" y="545846"/>
                  </a:cubicBezTo>
                  <a:cubicBezTo>
                    <a:pt x="1066448" y="876711"/>
                    <a:pt x="868333" y="1110650"/>
                    <a:pt x="526923" y="1110650"/>
                  </a:cubicBezTo>
                  <a:cubicBezTo>
                    <a:pt x="185512" y="1110650"/>
                    <a:pt x="36" y="893576"/>
                    <a:pt x="36" y="556354"/>
                  </a:cubicBezTo>
                  <a:close/>
                  <a:moveTo>
                    <a:pt x="765051" y="550071"/>
                  </a:moveTo>
                  <a:cubicBezTo>
                    <a:pt x="765051" y="335091"/>
                    <a:pt x="689177" y="216569"/>
                    <a:pt x="537431" y="216569"/>
                  </a:cubicBezTo>
                  <a:cubicBezTo>
                    <a:pt x="385685" y="216569"/>
                    <a:pt x="305587" y="335127"/>
                    <a:pt x="305587" y="547976"/>
                  </a:cubicBezTo>
                  <a:cubicBezTo>
                    <a:pt x="305587" y="760825"/>
                    <a:pt x="379329" y="892023"/>
                    <a:pt x="528981" y="892023"/>
                  </a:cubicBezTo>
                  <a:cubicBezTo>
                    <a:pt x="678633" y="892023"/>
                    <a:pt x="765051" y="769276"/>
                    <a:pt x="765051" y="55007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84B027F2-8B44-38D0-ED1E-639276059F98}"/>
                </a:ext>
              </a:extLst>
            </p:cNvPr>
            <p:cNvSpPr/>
            <p:nvPr/>
          </p:nvSpPr>
          <p:spPr>
            <a:xfrm>
              <a:off x="6410838" y="2808294"/>
              <a:ext cx="1066231" cy="1086021"/>
            </a:xfrm>
            <a:custGeom>
              <a:avLst/>
              <a:gdLst>
                <a:gd name="connsiteX0" fmla="*/ 0 w 1066231"/>
                <a:gd name="connsiteY0" fmla="*/ 1228 h 1086021"/>
                <a:gd name="connsiteX1" fmla="*/ 283955 w 1066231"/>
                <a:gd name="connsiteY1" fmla="*/ 1228 h 1086021"/>
                <a:gd name="connsiteX2" fmla="*/ 526381 w 1066231"/>
                <a:gd name="connsiteY2" fmla="*/ 790691 h 1086021"/>
                <a:gd name="connsiteX3" fmla="*/ 539381 w 1066231"/>
                <a:gd name="connsiteY3" fmla="*/ 790691 h 1086021"/>
                <a:gd name="connsiteX4" fmla="*/ 777545 w 1066231"/>
                <a:gd name="connsiteY4" fmla="*/ 0 h 1086021"/>
                <a:gd name="connsiteX5" fmla="*/ 1066232 w 1066231"/>
                <a:gd name="connsiteY5" fmla="*/ 0 h 1086021"/>
                <a:gd name="connsiteX6" fmla="*/ 675346 w 1066231"/>
                <a:gd name="connsiteY6" fmla="*/ 1086021 h 1086021"/>
                <a:gd name="connsiteX7" fmla="*/ 394821 w 1066231"/>
                <a:gd name="connsiteY7" fmla="*/ 1084866 h 1086021"/>
                <a:gd name="connsiteX8" fmla="*/ 0 w 1066231"/>
                <a:gd name="connsiteY8" fmla="*/ 1228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31" h="1086021">
                  <a:moveTo>
                    <a:pt x="0" y="1228"/>
                  </a:moveTo>
                  <a:lnTo>
                    <a:pt x="283955" y="1228"/>
                  </a:lnTo>
                  <a:lnTo>
                    <a:pt x="526381" y="790691"/>
                  </a:lnTo>
                  <a:lnTo>
                    <a:pt x="539381" y="790691"/>
                  </a:lnTo>
                  <a:lnTo>
                    <a:pt x="777545" y="0"/>
                  </a:lnTo>
                  <a:lnTo>
                    <a:pt x="1066232" y="0"/>
                  </a:lnTo>
                  <a:lnTo>
                    <a:pt x="675346" y="1086021"/>
                  </a:lnTo>
                  <a:lnTo>
                    <a:pt x="394821" y="1084866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D40AD22B-3DD4-63CD-0366-13D18D99B334}"/>
                </a:ext>
              </a:extLst>
            </p:cNvPr>
            <p:cNvSpPr/>
            <p:nvPr/>
          </p:nvSpPr>
          <p:spPr>
            <a:xfrm>
              <a:off x="3393430" y="2257682"/>
              <a:ext cx="851865" cy="1636633"/>
            </a:xfrm>
            <a:custGeom>
              <a:avLst/>
              <a:gdLst>
                <a:gd name="connsiteX0" fmla="*/ 561374 w 851865"/>
                <a:gd name="connsiteY0" fmla="*/ 396700 h 1636633"/>
                <a:gd name="connsiteX1" fmla="*/ 717454 w 851865"/>
                <a:gd name="connsiteY1" fmla="*/ 227619 h 1636633"/>
                <a:gd name="connsiteX2" fmla="*/ 851866 w 851865"/>
                <a:gd name="connsiteY2" fmla="*/ 247120 h 1636633"/>
                <a:gd name="connsiteX3" fmla="*/ 851866 w 851865"/>
                <a:gd name="connsiteY3" fmla="*/ 26001 h 1636633"/>
                <a:gd name="connsiteX4" fmla="*/ 648117 w 851865"/>
                <a:gd name="connsiteY4" fmla="*/ 0 h 1636633"/>
                <a:gd name="connsiteX5" fmla="*/ 277419 w 851865"/>
                <a:gd name="connsiteY5" fmla="*/ 381496 h 1636633"/>
                <a:gd name="connsiteX6" fmla="*/ 277419 w 851865"/>
                <a:gd name="connsiteY6" fmla="*/ 550576 h 1636633"/>
                <a:gd name="connsiteX7" fmla="*/ 85226 w 851865"/>
                <a:gd name="connsiteY7" fmla="*/ 550576 h 1636633"/>
                <a:gd name="connsiteX8" fmla="*/ 0 w 851865"/>
                <a:gd name="connsiteY8" fmla="*/ 784696 h 1636633"/>
                <a:gd name="connsiteX9" fmla="*/ 277419 w 851865"/>
                <a:gd name="connsiteY9" fmla="*/ 784696 h 1636633"/>
                <a:gd name="connsiteX10" fmla="*/ 277419 w 851865"/>
                <a:gd name="connsiteY10" fmla="*/ 1636634 h 1636633"/>
                <a:gd name="connsiteX11" fmla="*/ 561410 w 851865"/>
                <a:gd name="connsiteY11" fmla="*/ 1636634 h 1636633"/>
                <a:gd name="connsiteX12" fmla="*/ 561410 w 851865"/>
                <a:gd name="connsiteY12" fmla="*/ 767831 h 1636633"/>
                <a:gd name="connsiteX13" fmla="*/ 552743 w 851865"/>
                <a:gd name="connsiteY13" fmla="*/ 784732 h 1636633"/>
                <a:gd name="connsiteX14" fmla="*/ 822650 w 851865"/>
                <a:gd name="connsiteY14" fmla="*/ 784732 h 1636633"/>
                <a:gd name="connsiteX15" fmla="*/ 822650 w 851865"/>
                <a:gd name="connsiteY15" fmla="*/ 550612 h 1636633"/>
                <a:gd name="connsiteX16" fmla="*/ 552743 w 851865"/>
                <a:gd name="connsiteY16" fmla="*/ 550612 h 1636633"/>
                <a:gd name="connsiteX17" fmla="*/ 561410 w 851865"/>
                <a:gd name="connsiteY17" fmla="*/ 585281 h 1636633"/>
                <a:gd name="connsiteX18" fmla="*/ 561410 w 851865"/>
                <a:gd name="connsiteY18" fmla="*/ 396700 h 163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1865" h="1636633">
                  <a:moveTo>
                    <a:pt x="561374" y="396700"/>
                  </a:moveTo>
                  <a:cubicBezTo>
                    <a:pt x="561374" y="273157"/>
                    <a:pt x="602543" y="227619"/>
                    <a:pt x="717454" y="227619"/>
                  </a:cubicBezTo>
                  <a:cubicBezTo>
                    <a:pt x="769492" y="227619"/>
                    <a:pt x="814995" y="236286"/>
                    <a:pt x="851866" y="247120"/>
                  </a:cubicBezTo>
                  <a:lnTo>
                    <a:pt x="851866" y="26001"/>
                  </a:lnTo>
                  <a:cubicBezTo>
                    <a:pt x="810697" y="15167"/>
                    <a:pt x="758658" y="0"/>
                    <a:pt x="648117" y="0"/>
                  </a:cubicBezTo>
                  <a:cubicBezTo>
                    <a:pt x="403164" y="0"/>
                    <a:pt x="277419" y="145246"/>
                    <a:pt x="277419" y="381496"/>
                  </a:cubicBezTo>
                  <a:lnTo>
                    <a:pt x="277419" y="550576"/>
                  </a:lnTo>
                  <a:lnTo>
                    <a:pt x="85226" y="550576"/>
                  </a:lnTo>
                  <a:lnTo>
                    <a:pt x="0" y="784696"/>
                  </a:lnTo>
                  <a:lnTo>
                    <a:pt x="277419" y="784696"/>
                  </a:lnTo>
                  <a:lnTo>
                    <a:pt x="277419" y="1636634"/>
                  </a:lnTo>
                  <a:lnTo>
                    <a:pt x="561410" y="1636634"/>
                  </a:lnTo>
                  <a:lnTo>
                    <a:pt x="561410" y="767831"/>
                  </a:lnTo>
                  <a:lnTo>
                    <a:pt x="552743" y="784732"/>
                  </a:lnTo>
                  <a:lnTo>
                    <a:pt x="822650" y="784732"/>
                  </a:lnTo>
                  <a:lnTo>
                    <a:pt x="822650" y="550612"/>
                  </a:lnTo>
                  <a:lnTo>
                    <a:pt x="552743" y="550612"/>
                  </a:lnTo>
                  <a:lnTo>
                    <a:pt x="561410" y="585281"/>
                  </a:lnTo>
                  <a:lnTo>
                    <a:pt x="561410" y="39670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4740FBD0-0CDA-C141-D523-4F8BB87C6203}"/>
                </a:ext>
              </a:extLst>
            </p:cNvPr>
            <p:cNvSpPr/>
            <p:nvPr/>
          </p:nvSpPr>
          <p:spPr>
            <a:xfrm>
              <a:off x="5437019" y="2809522"/>
              <a:ext cx="840273" cy="1083529"/>
            </a:xfrm>
            <a:custGeom>
              <a:avLst/>
              <a:gdLst>
                <a:gd name="connsiteX0" fmla="*/ 826190 w 840273"/>
                <a:gd name="connsiteY0" fmla="*/ 2492 h 1083529"/>
                <a:gd name="connsiteX1" fmla="*/ 462100 w 840273"/>
                <a:gd name="connsiteY1" fmla="*/ 341700 h 1083529"/>
                <a:gd name="connsiteX2" fmla="*/ 453108 w 840273"/>
                <a:gd name="connsiteY2" fmla="*/ 341772 h 1083529"/>
                <a:gd name="connsiteX3" fmla="*/ 464158 w 840273"/>
                <a:gd name="connsiteY3" fmla="*/ 154780 h 1083529"/>
                <a:gd name="connsiteX4" fmla="*/ 463870 w 840273"/>
                <a:gd name="connsiteY4" fmla="*/ 0 h 1083529"/>
                <a:gd name="connsiteX5" fmla="*/ 82410 w 840273"/>
                <a:gd name="connsiteY5" fmla="*/ 0 h 1083529"/>
                <a:gd name="connsiteX6" fmla="*/ 0 w 840273"/>
                <a:gd name="connsiteY6" fmla="*/ 224875 h 1083529"/>
                <a:gd name="connsiteX7" fmla="*/ 212849 w 840273"/>
                <a:gd name="connsiteY7" fmla="*/ 224875 h 1083529"/>
                <a:gd name="connsiteX8" fmla="*/ 212849 w 840273"/>
                <a:gd name="connsiteY8" fmla="*/ 1083530 h 1083529"/>
                <a:gd name="connsiteX9" fmla="*/ 488535 w 840273"/>
                <a:gd name="connsiteY9" fmla="*/ 1083530 h 1083529"/>
                <a:gd name="connsiteX10" fmla="*/ 488535 w 840273"/>
                <a:gd name="connsiteY10" fmla="*/ 684266 h 1083529"/>
                <a:gd name="connsiteX11" fmla="*/ 760970 w 840273"/>
                <a:gd name="connsiteY11" fmla="*/ 332708 h 1083529"/>
                <a:gd name="connsiteX12" fmla="*/ 840274 w 840273"/>
                <a:gd name="connsiteY12" fmla="*/ 332708 h 1083529"/>
                <a:gd name="connsiteX13" fmla="*/ 840274 w 840273"/>
                <a:gd name="connsiteY13" fmla="*/ 2456 h 1083529"/>
                <a:gd name="connsiteX14" fmla="*/ 826153 w 840273"/>
                <a:gd name="connsiteY14" fmla="*/ 2456 h 108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0273" h="1083529">
                  <a:moveTo>
                    <a:pt x="826190" y="2492"/>
                  </a:moveTo>
                  <a:cubicBezTo>
                    <a:pt x="640786" y="2492"/>
                    <a:pt x="490918" y="119786"/>
                    <a:pt x="462100" y="341700"/>
                  </a:cubicBezTo>
                  <a:lnTo>
                    <a:pt x="453108" y="341772"/>
                  </a:lnTo>
                  <a:lnTo>
                    <a:pt x="464158" y="154780"/>
                  </a:lnTo>
                  <a:lnTo>
                    <a:pt x="463870" y="0"/>
                  </a:lnTo>
                  <a:lnTo>
                    <a:pt x="82410" y="0"/>
                  </a:lnTo>
                  <a:lnTo>
                    <a:pt x="0" y="224875"/>
                  </a:lnTo>
                  <a:lnTo>
                    <a:pt x="212849" y="224875"/>
                  </a:lnTo>
                  <a:lnTo>
                    <a:pt x="212849" y="1083530"/>
                  </a:lnTo>
                  <a:lnTo>
                    <a:pt x="488535" y="1083530"/>
                  </a:lnTo>
                  <a:lnTo>
                    <a:pt x="488535" y="684266"/>
                  </a:lnTo>
                  <a:cubicBezTo>
                    <a:pt x="488535" y="440432"/>
                    <a:pt x="517894" y="332708"/>
                    <a:pt x="760970" y="332708"/>
                  </a:cubicBezTo>
                  <a:lnTo>
                    <a:pt x="840274" y="332708"/>
                  </a:lnTo>
                  <a:lnTo>
                    <a:pt x="840274" y="2456"/>
                  </a:lnTo>
                  <a:lnTo>
                    <a:pt x="826153" y="2456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B58AE009-8705-2D0F-963D-41316E9E779F}"/>
                </a:ext>
              </a:extLst>
            </p:cNvPr>
            <p:cNvSpPr/>
            <p:nvPr/>
          </p:nvSpPr>
          <p:spPr>
            <a:xfrm>
              <a:off x="7188817" y="4190765"/>
              <a:ext cx="848471" cy="1094074"/>
            </a:xfrm>
            <a:custGeom>
              <a:avLst/>
              <a:gdLst>
                <a:gd name="connsiteX0" fmla="*/ 834171 w 848471"/>
                <a:gd name="connsiteY0" fmla="*/ 2528 h 1094074"/>
                <a:gd name="connsiteX1" fmla="*/ 466542 w 848471"/>
                <a:gd name="connsiteY1" fmla="*/ 345022 h 1094074"/>
                <a:gd name="connsiteX2" fmla="*/ 457478 w 848471"/>
                <a:gd name="connsiteY2" fmla="*/ 345094 h 1094074"/>
                <a:gd name="connsiteX3" fmla="*/ 468636 w 848471"/>
                <a:gd name="connsiteY3" fmla="*/ 156296 h 1094074"/>
                <a:gd name="connsiteX4" fmla="*/ 468348 w 848471"/>
                <a:gd name="connsiteY4" fmla="*/ 0 h 1094074"/>
                <a:gd name="connsiteX5" fmla="*/ 83204 w 848471"/>
                <a:gd name="connsiteY5" fmla="*/ 0 h 1094074"/>
                <a:gd name="connsiteX6" fmla="*/ 0 w 848471"/>
                <a:gd name="connsiteY6" fmla="*/ 227078 h 1094074"/>
                <a:gd name="connsiteX7" fmla="*/ 214944 w 848471"/>
                <a:gd name="connsiteY7" fmla="*/ 227078 h 1094074"/>
                <a:gd name="connsiteX8" fmla="*/ 214944 w 848471"/>
                <a:gd name="connsiteY8" fmla="*/ 1094075 h 1094074"/>
                <a:gd name="connsiteX9" fmla="*/ 493302 w 848471"/>
                <a:gd name="connsiteY9" fmla="*/ 1094075 h 1094074"/>
                <a:gd name="connsiteX10" fmla="*/ 493302 w 848471"/>
                <a:gd name="connsiteY10" fmla="*/ 690911 h 1094074"/>
                <a:gd name="connsiteX11" fmla="*/ 768409 w 848471"/>
                <a:gd name="connsiteY11" fmla="*/ 335958 h 1094074"/>
                <a:gd name="connsiteX12" fmla="*/ 848471 w 848471"/>
                <a:gd name="connsiteY12" fmla="*/ 335958 h 1094074"/>
                <a:gd name="connsiteX13" fmla="*/ 848471 w 848471"/>
                <a:gd name="connsiteY13" fmla="*/ 2528 h 1094074"/>
                <a:gd name="connsiteX14" fmla="*/ 834207 w 848471"/>
                <a:gd name="connsiteY14" fmla="*/ 2528 h 109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8471" h="1094074">
                  <a:moveTo>
                    <a:pt x="834171" y="2528"/>
                  </a:moveTo>
                  <a:cubicBezTo>
                    <a:pt x="646962" y="2528"/>
                    <a:pt x="495649" y="120942"/>
                    <a:pt x="466542" y="345022"/>
                  </a:cubicBezTo>
                  <a:lnTo>
                    <a:pt x="457478" y="345094"/>
                  </a:lnTo>
                  <a:lnTo>
                    <a:pt x="468636" y="156296"/>
                  </a:lnTo>
                  <a:lnTo>
                    <a:pt x="468348" y="0"/>
                  </a:lnTo>
                  <a:lnTo>
                    <a:pt x="83204" y="0"/>
                  </a:lnTo>
                  <a:lnTo>
                    <a:pt x="0" y="227078"/>
                  </a:lnTo>
                  <a:lnTo>
                    <a:pt x="214944" y="227078"/>
                  </a:lnTo>
                  <a:lnTo>
                    <a:pt x="214944" y="1094075"/>
                  </a:lnTo>
                  <a:lnTo>
                    <a:pt x="493302" y="1094075"/>
                  </a:lnTo>
                  <a:lnTo>
                    <a:pt x="493302" y="690911"/>
                  </a:lnTo>
                  <a:cubicBezTo>
                    <a:pt x="493302" y="444730"/>
                    <a:pt x="522950" y="335958"/>
                    <a:pt x="768409" y="335958"/>
                  </a:cubicBezTo>
                  <a:lnTo>
                    <a:pt x="848471" y="335958"/>
                  </a:lnTo>
                  <a:lnTo>
                    <a:pt x="848471" y="2528"/>
                  </a:lnTo>
                  <a:lnTo>
                    <a:pt x="834207" y="25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F3877F66-6F4A-64A9-58C3-C1D456693A65}"/>
                </a:ext>
              </a:extLst>
            </p:cNvPr>
            <p:cNvSpPr/>
            <p:nvPr/>
          </p:nvSpPr>
          <p:spPr>
            <a:xfrm>
              <a:off x="7359955" y="2808294"/>
              <a:ext cx="682026" cy="1086021"/>
            </a:xfrm>
            <a:custGeom>
              <a:avLst/>
              <a:gdLst>
                <a:gd name="connsiteX0" fmla="*/ 0 w 682026"/>
                <a:gd name="connsiteY0" fmla="*/ 1086021 h 1086021"/>
                <a:gd name="connsiteX1" fmla="*/ 286772 w 682026"/>
                <a:gd name="connsiteY1" fmla="*/ 1086021 h 1086021"/>
                <a:gd name="connsiteX2" fmla="*/ 682027 w 682026"/>
                <a:gd name="connsiteY2" fmla="*/ 0 h 1086021"/>
                <a:gd name="connsiteX3" fmla="*/ 395291 w 682026"/>
                <a:gd name="connsiteY3" fmla="*/ 0 h 1086021"/>
                <a:gd name="connsiteX4" fmla="*/ 0 w 682026"/>
                <a:gd name="connsiteY4" fmla="*/ 1086021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026" h="1086021">
                  <a:moveTo>
                    <a:pt x="0" y="1086021"/>
                  </a:moveTo>
                  <a:lnTo>
                    <a:pt x="286772" y="1086021"/>
                  </a:lnTo>
                  <a:lnTo>
                    <a:pt x="682027" y="0"/>
                  </a:lnTo>
                  <a:lnTo>
                    <a:pt x="395291" y="0"/>
                  </a:lnTo>
                  <a:lnTo>
                    <a:pt x="0" y="1086021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F87806D3-11A1-7250-9925-89F3D530179F}"/>
                </a:ext>
              </a:extLst>
            </p:cNvPr>
            <p:cNvSpPr/>
            <p:nvPr/>
          </p:nvSpPr>
          <p:spPr>
            <a:xfrm>
              <a:off x="3838015" y="4167870"/>
              <a:ext cx="1029649" cy="1116969"/>
            </a:xfrm>
            <a:custGeom>
              <a:avLst/>
              <a:gdLst>
                <a:gd name="connsiteX0" fmla="*/ 671879 w 1029649"/>
                <a:gd name="connsiteY0" fmla="*/ 898668 h 1116969"/>
                <a:gd name="connsiteX1" fmla="*/ 329385 w 1029649"/>
                <a:gd name="connsiteY1" fmla="*/ 1116970 h 1116969"/>
                <a:gd name="connsiteX2" fmla="*/ 0 w 1029649"/>
                <a:gd name="connsiteY2" fmla="*/ 837601 h 1116969"/>
                <a:gd name="connsiteX3" fmla="*/ 390452 w 1029649"/>
                <a:gd name="connsiteY3" fmla="*/ 499477 h 1116969"/>
                <a:gd name="connsiteX4" fmla="*/ 669676 w 1029649"/>
                <a:gd name="connsiteY4" fmla="*/ 416598 h 1116969"/>
                <a:gd name="connsiteX5" fmla="*/ 669676 w 1029649"/>
                <a:gd name="connsiteY5" fmla="*/ 392619 h 1116969"/>
                <a:gd name="connsiteX6" fmla="*/ 484273 w 1029649"/>
                <a:gd name="connsiteY6" fmla="*/ 224658 h 1116969"/>
                <a:gd name="connsiteX7" fmla="*/ 235600 w 1029649"/>
                <a:gd name="connsiteY7" fmla="*/ 383916 h 1116969"/>
                <a:gd name="connsiteX8" fmla="*/ 8739 w 1029649"/>
                <a:gd name="connsiteY8" fmla="*/ 261746 h 1116969"/>
                <a:gd name="connsiteX9" fmla="*/ 514825 w 1029649"/>
                <a:gd name="connsiteY9" fmla="*/ 0 h 1116969"/>
                <a:gd name="connsiteX10" fmla="*/ 966379 w 1029649"/>
                <a:gd name="connsiteY10" fmla="*/ 410097 h 1116969"/>
                <a:gd name="connsiteX11" fmla="*/ 966379 w 1029649"/>
                <a:gd name="connsiteY11" fmla="*/ 763498 h 1116969"/>
                <a:gd name="connsiteX12" fmla="*/ 1029649 w 1029649"/>
                <a:gd name="connsiteY12" fmla="*/ 1114189 h 1116969"/>
                <a:gd name="connsiteX13" fmla="*/ 726446 w 1029649"/>
                <a:gd name="connsiteY13" fmla="*/ 1114189 h 1116969"/>
                <a:gd name="connsiteX14" fmla="*/ 671915 w 1029649"/>
                <a:gd name="connsiteY14" fmla="*/ 898740 h 1116969"/>
                <a:gd name="connsiteX15" fmla="*/ 677152 w 1029649"/>
                <a:gd name="connsiteY15" fmla="*/ 712615 h 1116969"/>
                <a:gd name="connsiteX16" fmla="*/ 677152 w 1029649"/>
                <a:gd name="connsiteY16" fmla="*/ 544473 h 1116969"/>
                <a:gd name="connsiteX17" fmla="*/ 677152 w 1029649"/>
                <a:gd name="connsiteY17" fmla="*/ 544473 h 1116969"/>
                <a:gd name="connsiteX18" fmla="*/ 533170 w 1029649"/>
                <a:gd name="connsiteY18" fmla="*/ 606334 h 1116969"/>
                <a:gd name="connsiteX19" fmla="*/ 308476 w 1029649"/>
                <a:gd name="connsiteY19" fmla="*/ 784588 h 1116969"/>
                <a:gd name="connsiteX20" fmla="*/ 441552 w 1029649"/>
                <a:gd name="connsiteY20" fmla="*/ 919830 h 1116969"/>
                <a:gd name="connsiteX21" fmla="*/ 677152 w 1029649"/>
                <a:gd name="connsiteY21" fmla="*/ 712615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9649" h="1116969">
                  <a:moveTo>
                    <a:pt x="671879" y="898668"/>
                  </a:moveTo>
                  <a:cubicBezTo>
                    <a:pt x="621068" y="1043155"/>
                    <a:pt x="486476" y="1116970"/>
                    <a:pt x="329385" y="1116970"/>
                  </a:cubicBezTo>
                  <a:cubicBezTo>
                    <a:pt x="119967" y="1116970"/>
                    <a:pt x="0" y="1018635"/>
                    <a:pt x="0" y="837601"/>
                  </a:cubicBezTo>
                  <a:cubicBezTo>
                    <a:pt x="0" y="630350"/>
                    <a:pt x="163591" y="545304"/>
                    <a:pt x="390452" y="499477"/>
                  </a:cubicBezTo>
                  <a:cubicBezTo>
                    <a:pt x="578058" y="460222"/>
                    <a:pt x="660937" y="440577"/>
                    <a:pt x="669676" y="416598"/>
                  </a:cubicBezTo>
                  <a:lnTo>
                    <a:pt x="669676" y="392619"/>
                  </a:lnTo>
                  <a:cubicBezTo>
                    <a:pt x="669676" y="287928"/>
                    <a:pt x="617313" y="224658"/>
                    <a:pt x="484273" y="224658"/>
                  </a:cubicBezTo>
                  <a:cubicBezTo>
                    <a:pt x="351233" y="224658"/>
                    <a:pt x="270485" y="303167"/>
                    <a:pt x="235600" y="383916"/>
                  </a:cubicBezTo>
                  <a:lnTo>
                    <a:pt x="8739" y="261746"/>
                  </a:lnTo>
                  <a:cubicBezTo>
                    <a:pt x="87285" y="100321"/>
                    <a:pt x="279224" y="0"/>
                    <a:pt x="514825" y="0"/>
                  </a:cubicBezTo>
                  <a:cubicBezTo>
                    <a:pt x="822398" y="0"/>
                    <a:pt x="966379" y="143982"/>
                    <a:pt x="966379" y="410097"/>
                  </a:cubicBezTo>
                  <a:lnTo>
                    <a:pt x="966379" y="763498"/>
                  </a:lnTo>
                  <a:cubicBezTo>
                    <a:pt x="966379" y="990358"/>
                    <a:pt x="992561" y="1083674"/>
                    <a:pt x="1029649" y="1114189"/>
                  </a:cubicBezTo>
                  <a:lnTo>
                    <a:pt x="726446" y="1114189"/>
                  </a:lnTo>
                  <a:cubicBezTo>
                    <a:pt x="700264" y="1090210"/>
                    <a:pt x="678452" y="1023077"/>
                    <a:pt x="671915" y="898740"/>
                  </a:cubicBezTo>
                  <a:close/>
                  <a:moveTo>
                    <a:pt x="677152" y="712615"/>
                  </a:moveTo>
                  <a:lnTo>
                    <a:pt x="677152" y="544473"/>
                  </a:lnTo>
                  <a:lnTo>
                    <a:pt x="677152" y="544473"/>
                  </a:lnTo>
                  <a:cubicBezTo>
                    <a:pt x="647575" y="571811"/>
                    <a:pt x="611715" y="582356"/>
                    <a:pt x="533170" y="606334"/>
                  </a:cubicBezTo>
                  <a:cubicBezTo>
                    <a:pt x="384855" y="647792"/>
                    <a:pt x="308476" y="686433"/>
                    <a:pt x="308476" y="784588"/>
                  </a:cubicBezTo>
                  <a:cubicBezTo>
                    <a:pt x="308476" y="871836"/>
                    <a:pt x="369543" y="919830"/>
                    <a:pt x="441552" y="919830"/>
                  </a:cubicBezTo>
                  <a:cubicBezTo>
                    <a:pt x="550612" y="919830"/>
                    <a:pt x="655340" y="839118"/>
                    <a:pt x="677152" y="71261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7C3FACAF-D37E-EE93-AB67-1B59C177FC8D}"/>
                </a:ext>
              </a:extLst>
            </p:cNvPr>
            <p:cNvSpPr/>
            <p:nvPr/>
          </p:nvSpPr>
          <p:spPr>
            <a:xfrm>
              <a:off x="8099474" y="4191379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7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6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7"/>
                    <a:pt x="438410" y="1100177"/>
                  </a:cubicBezTo>
                  <a:cubicBezTo>
                    <a:pt x="257159" y="1100177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F7D8F6E1-4C9B-AF1E-7E11-6F38119122CD}"/>
                </a:ext>
              </a:extLst>
            </p:cNvPr>
            <p:cNvSpPr/>
            <p:nvPr/>
          </p:nvSpPr>
          <p:spPr>
            <a:xfrm>
              <a:off x="8099474" y="2807536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8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7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8"/>
                    <a:pt x="438410" y="1100178"/>
                  </a:cubicBezTo>
                  <a:cubicBezTo>
                    <a:pt x="257159" y="1100178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8" name="TextBox 2">
            <a:extLst>
              <a:ext uri="{FF2B5EF4-FFF2-40B4-BE49-F238E27FC236}">
                <a16:creationId xmlns:a16="http://schemas.microsoft.com/office/drawing/2014/main" id="{6048CFD2-F18C-C398-96C2-978B603582F3}"/>
              </a:ext>
            </a:extLst>
          </p:cNvPr>
          <p:cNvSpPr txBox="1"/>
          <p:nvPr userDrawn="1"/>
        </p:nvSpPr>
        <p:spPr>
          <a:xfrm>
            <a:off x="304799" y="4536000"/>
            <a:ext cx="5791201" cy="1137600"/>
          </a:xfrm>
          <a:prstGeom prst="rect">
            <a:avLst/>
          </a:prstGeom>
          <a:noFill/>
        </p:spPr>
        <p:txBody>
          <a:bodyPr wrap="square" lIns="0" tIns="0" rIns="0" bIns="0" numCol="1" spcCol="14400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00" kern="100" spc="-10" baseline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The contents of this document are confidential and not for distribution to anyone other than the recipients. Disclosure to third parties cannot be made without the prior written consent of </a:t>
            </a:r>
            <a:r>
              <a:rPr lang="en-US" sz="1000" kern="100" spc="-10" baseline="0" err="1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Forvis</a:t>
            </a:r>
            <a:r>
              <a:rPr lang="en-US" sz="1000" kern="100" spc="-10" baseline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Mazars.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42ED917-110B-D914-1FE6-D6EEF7F16D94}"/>
              </a:ext>
            </a:extLst>
          </p:cNvPr>
          <p:cNvSpPr txBox="1"/>
          <p:nvPr userDrawn="1"/>
        </p:nvSpPr>
        <p:spPr>
          <a:xfrm>
            <a:off x="315558" y="1779410"/>
            <a:ext cx="5791200" cy="69249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lvl="0"/>
            <a:r>
              <a:rPr lang="en-US" sz="1400">
                <a:solidFill>
                  <a:schemeClr val="bg1"/>
                </a:solidFill>
              </a:rPr>
              <a:t>Forvis Mazars ESG GmbH &amp; Co. KG </a:t>
            </a:r>
          </a:p>
          <a:p>
            <a:pPr lvl="0"/>
            <a:r>
              <a:rPr lang="de-DE" sz="1400">
                <a:solidFill>
                  <a:schemeClr val="bg1"/>
                </a:solidFill>
              </a:rPr>
              <a:t>Domstra</a:t>
            </a:r>
            <a:r>
              <a:rPr lang="de-DE" sz="1400">
                <a:solidFill>
                  <a:schemeClr val="bg1"/>
                </a:solidFill>
                <a:cs typeface="Arial"/>
              </a:rPr>
              <a:t>ß</a:t>
            </a:r>
            <a:r>
              <a:rPr lang="de-DE" sz="1400">
                <a:solidFill>
                  <a:schemeClr val="bg1"/>
                </a:solidFill>
              </a:rPr>
              <a:t>e 15 | 20095 Hamburg</a:t>
            </a:r>
            <a:br>
              <a:rPr lang="de-DE" sz="1400">
                <a:solidFill>
                  <a:schemeClr val="bg1"/>
                </a:solidFill>
              </a:rPr>
            </a:br>
            <a:r>
              <a:rPr lang="de-DE" sz="1400">
                <a:solidFill>
                  <a:schemeClr val="bg1"/>
                </a:solidFill>
              </a:rPr>
              <a:t>Tel: +49 40 288 01 0 </a:t>
            </a:r>
          </a:p>
        </p:txBody>
      </p:sp>
    </p:spTree>
    <p:extLst>
      <p:ext uri="{BB962C8B-B14F-4D97-AF65-F5344CB8AC3E}">
        <p14:creationId xmlns:p14="http://schemas.microsoft.com/office/powerpoint/2010/main" val="35366011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17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tro - editable white background (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D19440D8-36C8-9F20-5BE6-5D024AE51BA0}"/>
              </a:ext>
            </a:extLst>
          </p:cNvPr>
          <p:cNvSpPr txBox="1"/>
          <p:nvPr userDrawn="1"/>
        </p:nvSpPr>
        <p:spPr>
          <a:xfrm>
            <a:off x="304800" y="298800"/>
            <a:ext cx="1061188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US" sz="2400" noProof="0" err="1"/>
              <a:t>Kontakt</a:t>
            </a:r>
            <a:endParaRPr lang="en-US" sz="2400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54649-4A4B-29E4-6982-D75D679FBBB3}"/>
              </a:ext>
            </a:extLst>
          </p:cNvPr>
          <p:cNvSpPr txBox="1"/>
          <p:nvPr userDrawn="1"/>
        </p:nvSpPr>
        <p:spPr>
          <a:xfrm>
            <a:off x="304800" y="1260000"/>
            <a:ext cx="326886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b="1" noProof="0" err="1"/>
              <a:t>Forvis</a:t>
            </a:r>
            <a:r>
              <a:rPr lang="en-US" b="1" noProof="0"/>
              <a:t> Mazars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E2463C-A8C3-C2C9-0918-E07B109DAD66}"/>
              </a:ext>
            </a:extLst>
          </p:cNvPr>
          <p:cNvSpPr txBox="1"/>
          <p:nvPr userDrawn="1"/>
        </p:nvSpPr>
        <p:spPr>
          <a:xfrm>
            <a:off x="7360824" y="298800"/>
            <a:ext cx="1496051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>
                <a:solidFill>
                  <a:schemeClr val="tx1"/>
                </a:solidFill>
              </a:rPr>
              <a:t>Follow 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046C71-BCB0-AB8B-7E08-A562F80782F9}"/>
              </a:ext>
            </a:extLst>
          </p:cNvPr>
          <p:cNvSpPr txBox="1"/>
          <p:nvPr userDrawn="1"/>
        </p:nvSpPr>
        <p:spPr>
          <a:xfrm>
            <a:off x="7360824" y="1258888"/>
            <a:ext cx="4531139" cy="30777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tx1"/>
                </a:solidFill>
              </a:rPr>
              <a:t>LinkedIn:</a:t>
            </a:r>
            <a:br>
              <a:rPr lang="fr-FR" sz="1400" b="1" u="none">
                <a:solidFill>
                  <a:schemeClr val="tx1"/>
                </a:solidFill>
              </a:rPr>
            </a:br>
            <a:r>
              <a:rPr lang="fr-FR" sz="1400" u="none" err="1">
                <a:solidFill>
                  <a:schemeClr val="tx1"/>
                </a:solidFill>
              </a:rPr>
              <a:t>Forvis</a:t>
            </a:r>
            <a:r>
              <a:rPr lang="fr-FR" sz="1400" u="none">
                <a:solidFill>
                  <a:schemeClr val="tx1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tx1"/>
                </a:solidFill>
              </a:rPr>
              <a:t>Xing:</a:t>
            </a:r>
            <a:br>
              <a:rPr lang="fr-FR" sz="1400" b="1" u="none">
                <a:solidFill>
                  <a:schemeClr val="tx1"/>
                </a:solidFill>
              </a:rPr>
            </a:br>
            <a:r>
              <a:rPr lang="fr-FR" sz="1400" u="none" err="1">
                <a:solidFill>
                  <a:schemeClr val="tx1"/>
                </a:solidFill>
              </a:rPr>
              <a:t>Forvis</a:t>
            </a:r>
            <a:r>
              <a:rPr lang="fr-FR" sz="1400" u="none">
                <a:solidFill>
                  <a:schemeClr val="tx1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tx1"/>
                </a:solidFill>
              </a:rPr>
              <a:t>Facebook:</a:t>
            </a:r>
            <a:br>
              <a:rPr lang="fr-FR" sz="1400" b="1" u="none">
                <a:solidFill>
                  <a:schemeClr val="tx1"/>
                </a:solidFill>
              </a:rPr>
            </a:br>
            <a:r>
              <a:rPr lang="fr-FR" sz="1400" u="none" err="1">
                <a:solidFill>
                  <a:schemeClr val="tx1"/>
                </a:solidFill>
              </a:rPr>
              <a:t>Forvis</a:t>
            </a:r>
            <a:r>
              <a:rPr lang="fr-FR" sz="1400" u="none">
                <a:solidFill>
                  <a:schemeClr val="tx1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tx1"/>
                </a:solidFill>
              </a:rPr>
              <a:t>Instagram:</a:t>
            </a:r>
            <a:br>
              <a:rPr lang="fr-FR" sz="1400" b="1" u="none">
                <a:solidFill>
                  <a:schemeClr val="tx1"/>
                </a:solidFill>
              </a:rPr>
            </a:br>
            <a:r>
              <a:rPr lang="fr-FR" sz="1400" u="none" err="1">
                <a:solidFill>
                  <a:schemeClr val="tx1"/>
                </a:solidFill>
              </a:rPr>
              <a:t>Forvis</a:t>
            </a:r>
            <a:r>
              <a:rPr lang="fr-FR" sz="1400" u="none">
                <a:solidFill>
                  <a:schemeClr val="tx1"/>
                </a:solidFill>
              </a:rPr>
              <a:t> Mazars in Germany</a:t>
            </a:r>
          </a:p>
          <a:p>
            <a:endParaRPr lang="en-GB" sz="1400" b="1">
              <a:solidFill>
                <a:schemeClr val="tx1"/>
              </a:solidFill>
            </a:endParaRPr>
          </a:p>
          <a:p>
            <a:r>
              <a:rPr lang="de-DE" sz="1400" b="1">
                <a:solidFill>
                  <a:schemeClr val="tx1"/>
                </a:solidFill>
              </a:rPr>
              <a:t>Weitere Informationen finden Sie unter www.forvismazars.com/de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64383D6-3E29-AC3D-8158-E356AA6083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1963" y="6164039"/>
            <a:ext cx="1080000" cy="454961"/>
          </a:xfrm>
          <a:prstGeom prst="rect">
            <a:avLst/>
          </a:prstGeom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D0EFF4D7-3753-7659-74AB-57E7FB5B2569}"/>
              </a:ext>
            </a:extLst>
          </p:cNvPr>
          <p:cNvSpPr txBox="1"/>
          <p:nvPr userDrawn="1"/>
        </p:nvSpPr>
        <p:spPr>
          <a:xfrm>
            <a:off x="304799" y="4536000"/>
            <a:ext cx="5791201" cy="1137600"/>
          </a:xfrm>
          <a:prstGeom prst="rect">
            <a:avLst/>
          </a:prstGeom>
          <a:noFill/>
        </p:spPr>
        <p:txBody>
          <a:bodyPr wrap="square" lIns="0" tIns="0" rIns="0" bIns="0" numCol="1" spcCol="14400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1000" kern="100" spc="-10" baseline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Der Inhalt dieses Dokuments ist vertraulich und nicht zur Weitergabe an andere Personen als die Adressaten bestimmt. Eine Weitergabe an Dritte darf nur mit vorheriger schriftlicher Zustimmung von </a:t>
            </a:r>
            <a:r>
              <a:rPr lang="de-DE" sz="1000" kern="100" spc="-10" baseline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Forvis</a:t>
            </a:r>
            <a:r>
              <a:rPr lang="de-DE" sz="1000" kern="100" spc="-10" baseline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Mazars erfolgen.</a:t>
            </a:r>
            <a:endParaRPr lang="en-GB" sz="1000" kern="100" spc="-10" baseline="0">
              <a:solidFill>
                <a:schemeClr val="tx1"/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278B183-6885-D3BE-D41A-480133C0187A}"/>
              </a:ext>
            </a:extLst>
          </p:cNvPr>
          <p:cNvSpPr txBox="1">
            <a:spLocks/>
          </p:cNvSpPr>
          <p:nvPr userDrawn="1"/>
        </p:nvSpPr>
        <p:spPr>
          <a:xfrm>
            <a:off x="304799" y="5585255"/>
            <a:ext cx="3268869" cy="270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noProof="0">
                <a:solidFill>
                  <a:schemeClr val="tx1"/>
                </a:solidFill>
              </a:rPr>
              <a:t>© Forvis Mazars 2026. All rights reserved.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5A92955-26B1-85C2-6124-5E6F115DDA30}"/>
              </a:ext>
            </a:extLst>
          </p:cNvPr>
          <p:cNvSpPr txBox="1"/>
          <p:nvPr userDrawn="1"/>
        </p:nvSpPr>
        <p:spPr>
          <a:xfrm>
            <a:off x="315558" y="1779410"/>
            <a:ext cx="5791200" cy="69249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lvl="0"/>
            <a:r>
              <a:rPr lang="de-DE" sz="1400">
                <a:solidFill>
                  <a:schemeClr val="tx1"/>
                </a:solidFill>
              </a:rPr>
              <a:t>Forvis Mazars Rechtsanwaltsgesellschaft mbH </a:t>
            </a:r>
          </a:p>
          <a:p>
            <a:pPr lvl="0"/>
            <a:r>
              <a:rPr lang="de-DE" sz="1400">
                <a:solidFill>
                  <a:schemeClr val="tx1"/>
                </a:solidFill>
              </a:rPr>
              <a:t>Domstra</a:t>
            </a:r>
            <a:r>
              <a:rPr lang="de-DE" sz="1400">
                <a:cs typeface="Arial"/>
              </a:rPr>
              <a:t>ß</a:t>
            </a:r>
            <a:r>
              <a:rPr lang="de-DE" sz="1400">
                <a:solidFill>
                  <a:schemeClr val="tx1"/>
                </a:solidFill>
              </a:rPr>
              <a:t>e 15 | 20095 Hamburg</a:t>
            </a:r>
            <a:br>
              <a:rPr lang="de-DE" sz="1400">
                <a:solidFill>
                  <a:schemeClr val="tx1"/>
                </a:solidFill>
              </a:rPr>
            </a:br>
            <a:r>
              <a:rPr lang="de-DE" sz="1400">
                <a:solidFill>
                  <a:schemeClr val="tx1"/>
                </a:solidFill>
              </a:rPr>
              <a:t>Tel: +49 40 288 01 0 </a:t>
            </a:r>
          </a:p>
        </p:txBody>
      </p:sp>
    </p:spTree>
    <p:extLst>
      <p:ext uri="{BB962C8B-B14F-4D97-AF65-F5344CB8AC3E}">
        <p14:creationId xmlns:p14="http://schemas.microsoft.com/office/powerpoint/2010/main" val="24459739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17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tro -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D19440D8-36C8-9F20-5BE6-5D024AE51BA0}"/>
              </a:ext>
            </a:extLst>
          </p:cNvPr>
          <p:cNvSpPr txBox="1"/>
          <p:nvPr userDrawn="1"/>
        </p:nvSpPr>
        <p:spPr>
          <a:xfrm>
            <a:off x="304800" y="298800"/>
            <a:ext cx="1061188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/>
              <a:t>Contact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54649-4A4B-29E4-6982-D75D679FBBB3}"/>
              </a:ext>
            </a:extLst>
          </p:cNvPr>
          <p:cNvSpPr txBox="1"/>
          <p:nvPr userDrawn="1"/>
        </p:nvSpPr>
        <p:spPr>
          <a:xfrm>
            <a:off x="304800" y="1260000"/>
            <a:ext cx="326886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GB" b="1" err="1"/>
              <a:t>Forvis</a:t>
            </a:r>
            <a:r>
              <a:rPr lang="en-GB" b="1"/>
              <a:t> Mazars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67CEAA-8DDD-841F-D884-3A662B0ADE62}"/>
              </a:ext>
            </a:extLst>
          </p:cNvPr>
          <p:cNvSpPr txBox="1"/>
          <p:nvPr userDrawn="1"/>
        </p:nvSpPr>
        <p:spPr>
          <a:xfrm>
            <a:off x="7362000" y="298800"/>
            <a:ext cx="1496051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>
                <a:solidFill>
                  <a:schemeClr val="tx1"/>
                </a:solidFill>
              </a:rPr>
              <a:t>Follow us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6085AAD-F041-418D-E93F-40C28A0BF92D}"/>
              </a:ext>
            </a:extLst>
          </p:cNvPr>
          <p:cNvSpPr txBox="1">
            <a:spLocks/>
          </p:cNvSpPr>
          <p:nvPr userDrawn="1"/>
        </p:nvSpPr>
        <p:spPr>
          <a:xfrm>
            <a:off x="304799" y="5585255"/>
            <a:ext cx="3268869" cy="270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noProof="0">
                <a:solidFill>
                  <a:schemeClr val="tx1"/>
                </a:solidFill>
              </a:rPr>
              <a:t>© Forvis Mazars 2026.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1D5AA6-5D4D-16BA-3C98-BE0A3B18F8B9}"/>
              </a:ext>
            </a:extLst>
          </p:cNvPr>
          <p:cNvSpPr txBox="1"/>
          <p:nvPr userDrawn="1"/>
        </p:nvSpPr>
        <p:spPr>
          <a:xfrm>
            <a:off x="7362000" y="1258888"/>
            <a:ext cx="3692939" cy="30777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tx1"/>
                </a:solidFill>
              </a:rPr>
              <a:t>LinkedIn:</a:t>
            </a:r>
            <a:br>
              <a:rPr lang="fr-FR" sz="1400" b="1" u="none">
                <a:solidFill>
                  <a:schemeClr val="tx1"/>
                </a:solidFill>
              </a:rPr>
            </a:br>
            <a:r>
              <a:rPr lang="fr-FR" sz="1400" u="none" err="1">
                <a:solidFill>
                  <a:schemeClr val="tx1"/>
                </a:solidFill>
              </a:rPr>
              <a:t>Forvis</a:t>
            </a:r>
            <a:r>
              <a:rPr lang="fr-FR" sz="1400" u="none">
                <a:solidFill>
                  <a:schemeClr val="tx1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tx1"/>
                </a:solidFill>
              </a:rPr>
              <a:t>Xing:</a:t>
            </a:r>
            <a:br>
              <a:rPr lang="fr-FR" sz="1400" b="1" u="none">
                <a:solidFill>
                  <a:schemeClr val="tx1"/>
                </a:solidFill>
              </a:rPr>
            </a:br>
            <a:r>
              <a:rPr lang="fr-FR" sz="1400" u="none" err="1">
                <a:solidFill>
                  <a:schemeClr val="tx1"/>
                </a:solidFill>
              </a:rPr>
              <a:t>Forvis</a:t>
            </a:r>
            <a:r>
              <a:rPr lang="fr-FR" sz="1400" u="none">
                <a:solidFill>
                  <a:schemeClr val="tx1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tx1"/>
                </a:solidFill>
              </a:rPr>
              <a:t>Facebook:</a:t>
            </a:r>
            <a:br>
              <a:rPr lang="fr-FR" sz="1400" b="1" u="none">
                <a:solidFill>
                  <a:schemeClr val="tx1"/>
                </a:solidFill>
              </a:rPr>
            </a:br>
            <a:r>
              <a:rPr lang="fr-FR" sz="1400" u="none" err="1">
                <a:solidFill>
                  <a:schemeClr val="tx1"/>
                </a:solidFill>
              </a:rPr>
              <a:t>Forvis</a:t>
            </a:r>
            <a:r>
              <a:rPr lang="fr-FR" sz="1400" u="none">
                <a:solidFill>
                  <a:schemeClr val="tx1"/>
                </a:solidFill>
              </a:rPr>
              <a:t> Mazars in Germany</a:t>
            </a:r>
          </a:p>
          <a:p>
            <a:pPr>
              <a:spcAft>
                <a:spcPts val="600"/>
              </a:spcAft>
            </a:pPr>
            <a:r>
              <a:rPr lang="fr-FR" sz="1400" b="1" u="none">
                <a:solidFill>
                  <a:schemeClr val="tx1"/>
                </a:solidFill>
              </a:rPr>
              <a:t>Instagram:</a:t>
            </a:r>
            <a:br>
              <a:rPr lang="fr-FR" sz="1400" b="1" u="none">
                <a:solidFill>
                  <a:schemeClr val="tx1"/>
                </a:solidFill>
              </a:rPr>
            </a:br>
            <a:r>
              <a:rPr lang="fr-FR" sz="1400" u="none" err="1">
                <a:solidFill>
                  <a:schemeClr val="tx1"/>
                </a:solidFill>
              </a:rPr>
              <a:t>Forvis</a:t>
            </a:r>
            <a:r>
              <a:rPr lang="fr-FR" sz="1400" u="none">
                <a:solidFill>
                  <a:schemeClr val="tx1"/>
                </a:solidFill>
              </a:rPr>
              <a:t> Mazars in Germany</a:t>
            </a:r>
            <a:endParaRPr lang="en-GB" sz="1400" b="1" u="none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br>
              <a:rPr lang="en-GB" sz="1400" b="1" u="none">
                <a:solidFill>
                  <a:schemeClr val="tx1"/>
                </a:solidFill>
              </a:rPr>
            </a:br>
            <a:r>
              <a:rPr lang="en-GB" sz="1400" b="1">
                <a:solidFill>
                  <a:schemeClr val="tx1"/>
                </a:solidFill>
              </a:rPr>
              <a:t>Find out more at www.forvismazars.com/de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06184BA-E659-BB27-E181-0389B4EE63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1963" y="6164039"/>
            <a:ext cx="1080000" cy="454961"/>
          </a:xfrm>
          <a:prstGeom prst="rect">
            <a:avLst/>
          </a:prstGeom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50E72599-7D27-8649-6101-119BD9F86E98}"/>
              </a:ext>
            </a:extLst>
          </p:cNvPr>
          <p:cNvSpPr txBox="1"/>
          <p:nvPr userDrawn="1"/>
        </p:nvSpPr>
        <p:spPr>
          <a:xfrm>
            <a:off x="304799" y="4536000"/>
            <a:ext cx="5791201" cy="1137600"/>
          </a:xfrm>
          <a:prstGeom prst="rect">
            <a:avLst/>
          </a:prstGeom>
          <a:noFill/>
        </p:spPr>
        <p:txBody>
          <a:bodyPr wrap="square" lIns="0" tIns="0" rIns="0" bIns="0" numCol="1" spcCol="14400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kern="100" spc="-10" baseline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The contents of this document are confidential and not for distribution to anyone other than the recipients. Disclosure to third parties cannot be made without the prior written consent of </a:t>
            </a:r>
            <a:r>
              <a:rPr lang="en-GB" sz="1000" kern="100" spc="-10" baseline="0" err="1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Forvis</a:t>
            </a:r>
            <a:r>
              <a:rPr lang="en-GB" sz="1000" kern="100" spc="-10" baseline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Mazars.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1120DAF-8363-6C2D-5FB1-F6D8ED00787D}"/>
              </a:ext>
            </a:extLst>
          </p:cNvPr>
          <p:cNvSpPr txBox="1"/>
          <p:nvPr userDrawn="1"/>
        </p:nvSpPr>
        <p:spPr>
          <a:xfrm>
            <a:off x="315558" y="1779410"/>
            <a:ext cx="5791200" cy="69249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lvl="0"/>
            <a:r>
              <a:rPr lang="de-DE" sz="1400">
                <a:solidFill>
                  <a:schemeClr val="tx1"/>
                </a:solidFill>
              </a:rPr>
              <a:t>Forvis Mazars Rechtsanwaltsgesellschaft mbH </a:t>
            </a:r>
          </a:p>
          <a:p>
            <a:pPr lvl="0"/>
            <a:r>
              <a:rPr lang="de-DE" sz="1400">
                <a:solidFill>
                  <a:schemeClr val="tx1"/>
                </a:solidFill>
              </a:rPr>
              <a:t>Domstra</a:t>
            </a:r>
            <a:r>
              <a:rPr lang="de-DE" sz="1400">
                <a:cs typeface="Arial"/>
              </a:rPr>
              <a:t>ß</a:t>
            </a:r>
            <a:r>
              <a:rPr lang="de-DE" sz="1400">
                <a:solidFill>
                  <a:schemeClr val="tx1"/>
                </a:solidFill>
              </a:rPr>
              <a:t>e 15 | 20095 Hamburg</a:t>
            </a:r>
            <a:br>
              <a:rPr lang="de-DE" sz="1400">
                <a:solidFill>
                  <a:schemeClr val="tx1"/>
                </a:solidFill>
              </a:rPr>
            </a:br>
            <a:r>
              <a:rPr lang="de-DE" sz="1400">
                <a:solidFill>
                  <a:schemeClr val="tx1"/>
                </a:solidFill>
              </a:rPr>
              <a:t>Tel: +49 40 288 01 0 </a:t>
            </a:r>
          </a:p>
        </p:txBody>
      </p:sp>
    </p:spTree>
    <p:extLst>
      <p:ext uri="{BB962C8B-B14F-4D97-AF65-F5344CB8AC3E}">
        <p14:creationId xmlns:p14="http://schemas.microsoft.com/office/powerpoint/2010/main" val="1201946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417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tags" Target="../tags/tag1.xml"/><Relationship Id="rId81" Type="http://schemas.openxmlformats.org/officeDocument/2006/relationships/image" Target="../media/image2.w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D51AE22-A995-2C86-BD50-B90013C9D6F0}"/>
              </a:ext>
            </a:extLst>
          </p:cNvPr>
          <p:cNvGraphicFramePr>
            <a:graphicFrameLocks/>
          </p:cNvGraphicFramePr>
          <p:nvPr userDrawn="1">
            <p:custDataLst>
              <p:tags r:id="rId78"/>
            </p:custDataLst>
            <p:extLst>
              <p:ext uri="{D42A27DB-BD31-4B8C-83A1-F6EECF244321}">
                <p14:modId xmlns:p14="http://schemas.microsoft.com/office/powerpoint/2010/main" val="32287770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79" imgW="499" imgH="499" progId="TCLayout.ActiveDocument.1">
                  <p:embed/>
                </p:oleObj>
              </mc:Choice>
              <mc:Fallback>
                <p:oleObj name="think-cell Folie" r:id="rId79" imgW="499" imgH="499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51AE22-A995-2C86-BD50-B90013C9D6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FE9FD2-6995-74C6-059B-87A19EAF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306000"/>
            <a:ext cx="11581200" cy="36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C34D3-7536-C818-EFDA-AFF20251F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000" y="1620000"/>
            <a:ext cx="115812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22941-1361-6E63-B12A-06C77F5C0F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60582" y="6417000"/>
            <a:ext cx="1260000" cy="270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de-DE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9E4D8-93A5-6C78-B5B9-150B83256C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00035" y="6417000"/>
            <a:ext cx="6069600" cy="270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14A89-CC20-0ECB-B7C5-296A21ECF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0037" y="6417000"/>
            <a:ext cx="900000" cy="270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721C06D9-4617-44B0-8711-1EF1C439A60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90955-4EF9-42DC-2545-2A78687F80FE}"/>
              </a:ext>
            </a:extLst>
          </p:cNvPr>
          <p:cNvSpPr txBox="1"/>
          <p:nvPr userDrawn="1"/>
        </p:nvSpPr>
        <p:spPr>
          <a:xfrm>
            <a:off x="-1021434" y="378278"/>
            <a:ext cx="10214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800">
                <a:solidFill>
                  <a:schemeClr val="tx1"/>
                </a:solidFill>
              </a:rPr>
              <a:t>Position des </a:t>
            </a:r>
            <a:r>
              <a:rPr lang="en-GB" sz="800" err="1">
                <a:solidFill>
                  <a:schemeClr val="tx1"/>
                </a:solidFill>
              </a:rPr>
              <a:t>Titels</a:t>
            </a:r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CA7508-55FC-E080-04D3-FAB46B4F6DCE}"/>
              </a:ext>
            </a:extLst>
          </p:cNvPr>
          <p:cNvSpPr txBox="1"/>
          <p:nvPr userDrawn="1"/>
        </p:nvSpPr>
        <p:spPr>
          <a:xfrm>
            <a:off x="-1585692" y="1041381"/>
            <a:ext cx="15856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800">
                <a:solidFill>
                  <a:schemeClr val="tx1"/>
                </a:solidFill>
              </a:rPr>
              <a:t>Oberes Ende der Folieninhalte</a:t>
            </a:r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4E1C66-75FC-0179-2386-75B484CB4966}"/>
              </a:ext>
            </a:extLst>
          </p:cNvPr>
          <p:cNvSpPr txBox="1"/>
          <p:nvPr userDrawn="1"/>
        </p:nvSpPr>
        <p:spPr>
          <a:xfrm>
            <a:off x="-1608134" y="5734506"/>
            <a:ext cx="16081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800">
                <a:solidFill>
                  <a:schemeClr val="tx1"/>
                </a:solidFill>
              </a:rPr>
              <a:t>Unteres Ende der Folieninhalte</a:t>
            </a:r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4C75A6-3E07-FB50-DCC7-0EA23683196A}"/>
              </a:ext>
            </a:extLst>
          </p:cNvPr>
          <p:cNvSpPr txBox="1"/>
          <p:nvPr userDrawn="1"/>
        </p:nvSpPr>
        <p:spPr>
          <a:xfrm>
            <a:off x="-1477107" y="727528"/>
            <a:ext cx="14771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/>
                </a:solidFill>
              </a:rPr>
              <a:t>Position des </a:t>
            </a:r>
            <a:r>
              <a:rPr lang="en-GB" sz="800" err="1">
                <a:solidFill>
                  <a:schemeClr val="tx1"/>
                </a:solidFill>
              </a:rPr>
              <a:t>Untertitels</a:t>
            </a:r>
            <a:endParaRPr lang="en-GB" sz="800">
              <a:solidFill>
                <a:schemeClr val="tx1"/>
              </a:solidFill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40C8F01-AE86-C078-F305-80C9367B6FCC}"/>
              </a:ext>
            </a:extLst>
          </p:cNvPr>
          <p:cNvPicPr>
            <a:picLocks noChangeAspect="1"/>
          </p:cNvPicPr>
          <p:nvPr userDrawn="1"/>
        </p:nvPicPr>
        <p:blipFill>
          <a:blip r:embed="rId8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1963" y="6164039"/>
            <a:ext cx="1080000" cy="45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936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09" r:id="rId3"/>
    <p:sldLayoutId id="2147483710" r:id="rId4"/>
    <p:sldLayoutId id="2147483724" r:id="rId5"/>
    <p:sldLayoutId id="2147483725" r:id="rId6"/>
    <p:sldLayoutId id="2147483729" r:id="rId7"/>
    <p:sldLayoutId id="214748373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  <p:sldLayoutId id="2147483660" r:id="rId18"/>
    <p:sldLayoutId id="2147483661" r:id="rId19"/>
    <p:sldLayoutId id="2147483662" r:id="rId20"/>
    <p:sldLayoutId id="2147483663" r:id="rId21"/>
    <p:sldLayoutId id="2147483664" r:id="rId22"/>
    <p:sldLayoutId id="2147483665" r:id="rId23"/>
    <p:sldLayoutId id="2147483666" r:id="rId24"/>
    <p:sldLayoutId id="2147483731" r:id="rId25"/>
    <p:sldLayoutId id="2147483667" r:id="rId26"/>
    <p:sldLayoutId id="2147483669" r:id="rId27"/>
    <p:sldLayoutId id="2147483668" r:id="rId28"/>
    <p:sldLayoutId id="2147483670" r:id="rId29"/>
    <p:sldLayoutId id="2147483672" r:id="rId30"/>
    <p:sldLayoutId id="2147483673" r:id="rId31"/>
    <p:sldLayoutId id="2147483674" r:id="rId32"/>
    <p:sldLayoutId id="2147483676" r:id="rId33"/>
    <p:sldLayoutId id="2147483677" r:id="rId34"/>
    <p:sldLayoutId id="2147483678" r:id="rId35"/>
    <p:sldLayoutId id="2147483679" r:id="rId36"/>
    <p:sldLayoutId id="2147483680" r:id="rId37"/>
    <p:sldLayoutId id="2147483681" r:id="rId38"/>
    <p:sldLayoutId id="2147483682" r:id="rId39"/>
    <p:sldLayoutId id="2147483683" r:id="rId40"/>
    <p:sldLayoutId id="2147483720" r:id="rId41"/>
    <p:sldLayoutId id="2147483721" r:id="rId42"/>
    <p:sldLayoutId id="2147483722" r:id="rId43"/>
    <p:sldLayoutId id="2147483723" r:id="rId44"/>
    <p:sldLayoutId id="2147483718" r:id="rId45"/>
    <p:sldLayoutId id="2147483719" r:id="rId46"/>
    <p:sldLayoutId id="2147483688" r:id="rId47"/>
    <p:sldLayoutId id="2147483689" r:id="rId48"/>
    <p:sldLayoutId id="2147483690" r:id="rId49"/>
    <p:sldLayoutId id="2147483713" r:id="rId50"/>
    <p:sldLayoutId id="2147483712" r:id="rId51"/>
    <p:sldLayoutId id="2147483691" r:id="rId52"/>
    <p:sldLayoutId id="2147483707" r:id="rId53"/>
    <p:sldLayoutId id="2147483708" r:id="rId54"/>
    <p:sldLayoutId id="2147483714" r:id="rId55"/>
    <p:sldLayoutId id="2147483715" r:id="rId56"/>
    <p:sldLayoutId id="2147483695" r:id="rId57"/>
    <p:sldLayoutId id="2147483696" r:id="rId58"/>
    <p:sldLayoutId id="2147483697" r:id="rId59"/>
    <p:sldLayoutId id="2147483698" r:id="rId60"/>
    <p:sldLayoutId id="2147483699" r:id="rId61"/>
    <p:sldLayoutId id="2147483700" r:id="rId62"/>
    <p:sldLayoutId id="2147483701" r:id="rId63"/>
    <p:sldLayoutId id="2147483702" r:id="rId64"/>
    <p:sldLayoutId id="2147483703" r:id="rId65"/>
    <p:sldLayoutId id="2147483704" r:id="rId66"/>
    <p:sldLayoutId id="2147483705" r:id="rId67"/>
    <p:sldLayoutId id="2147483706" r:id="rId68"/>
    <p:sldLayoutId id="2147483735" r:id="rId69"/>
    <p:sldLayoutId id="2147483716" r:id="rId70"/>
    <p:sldLayoutId id="2147483736" r:id="rId71"/>
    <p:sldLayoutId id="2147483717" r:id="rId72"/>
    <p:sldLayoutId id="2147483739" r:id="rId73"/>
    <p:sldLayoutId id="2147483740" r:id="rId74"/>
    <p:sldLayoutId id="2147483732" r:id="rId75"/>
    <p:sldLayoutId id="2147483692" r:id="rId76"/>
  </p:sldLayoutIdLst>
  <p:transition>
    <p:fade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57188" indent="-180975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180975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SzPct val="7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SzPct val="7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80975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SzPct val="7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4" orient="horz" pos="192" userDrawn="1">
          <p15:clr>
            <a:srgbClr val="F26B43"/>
          </p15:clr>
        </p15:guide>
        <p15:guide id="5" orient="horz" pos="420" userDrawn="1">
          <p15:clr>
            <a:srgbClr val="F26B43"/>
          </p15:clr>
        </p15:guide>
        <p15:guide id="7" orient="horz" pos="3748" userDrawn="1">
          <p15:clr>
            <a:srgbClr val="F26B43"/>
          </p15:clr>
        </p15:guide>
        <p15:guide id="9" pos="7491" userDrawn="1">
          <p15:clr>
            <a:srgbClr val="F26B43"/>
          </p15:clr>
        </p15:guide>
        <p15:guide id="10" orient="horz" pos="650" userDrawn="1">
          <p15:clr>
            <a:srgbClr val="F26B43"/>
          </p15:clr>
        </p15:guide>
        <p15:guide id="12" pos="192" userDrawn="1">
          <p15:clr>
            <a:srgbClr val="F26B43"/>
          </p15:clr>
        </p15:guide>
        <p15:guide id="13" orient="horz" pos="79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sv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Relationship Id="rId6" Type="http://schemas.openxmlformats.org/officeDocument/2006/relationships/image" Target="../media/image8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svg"/><Relationship Id="rId2" Type="http://schemas.openxmlformats.org/officeDocument/2006/relationships/slideLayout" Target="../slideLayouts/slideLayout51.xml"/><Relationship Id="rId1" Type="http://schemas.openxmlformats.org/officeDocument/2006/relationships/tags" Target="../tags/tag7.xml"/><Relationship Id="rId6" Type="http://schemas.openxmlformats.org/officeDocument/2006/relationships/image" Target="../media/image8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9.sv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0.xml"/><Relationship Id="rId6" Type="http://schemas.openxmlformats.org/officeDocument/2006/relationships/image" Target="../media/image8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1.xml"/><Relationship Id="rId1" Type="http://schemas.openxmlformats.org/officeDocument/2006/relationships/tags" Target="../tags/tag11.xml"/><Relationship Id="rId5" Type="http://schemas.openxmlformats.org/officeDocument/2006/relationships/image" Target="../media/image8.jpeg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1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4.svg"/><Relationship Id="rId4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svg"/><Relationship Id="rId4" Type="http://schemas.openxmlformats.org/officeDocument/2006/relationships/image" Target="../media/image1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DEF31B-10C4-B1A4-38E9-4E7399E663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Full Energy Solutions Group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FFD9406-4DE1-DD5B-1B90-9A7F22059D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Transformationsprojekt – Zwischenergebnisse</a:t>
            </a:r>
          </a:p>
        </p:txBody>
      </p:sp>
      <p:pic>
        <p:nvPicPr>
          <p:cNvPr id="7" name="Bildplatzhalter 6">
            <a:extLst>
              <a:ext uri="{FF2B5EF4-FFF2-40B4-BE49-F238E27FC236}">
                <a16:creationId xmlns:a16="http://schemas.microsoft.com/office/drawing/2014/main" id="{0EE56DE7-D3F1-49BB-F291-6877D3E5F17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" t="2045" r="46" b="38387"/>
          <a:stretch>
            <a:fillRect/>
          </a:stretch>
        </p:blipFill>
        <p:spPr>
          <a:xfrm>
            <a:off x="305400" y="304800"/>
            <a:ext cx="11581200" cy="3880800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59FDC3E-D338-CEE0-4D60-B5764E546B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391763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4C75E75-1825-0801-F64E-6F5C42111D9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652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99" imgH="499" progId="TCLayout.ActiveDocument.1">
                  <p:embed/>
                </p:oleObj>
              </mc:Choice>
              <mc:Fallback>
                <p:oleObj name="think-cell Folie" r:id="rId4" imgW="499" imgH="499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C75E75-1825-0801-F64E-6F5C42111D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afik 10">
            <a:extLst>
              <a:ext uri="{FF2B5EF4-FFF2-40B4-BE49-F238E27FC236}">
                <a16:creationId xmlns:a16="http://schemas.microsoft.com/office/drawing/2014/main" id="{17A3F4F3-4124-3BB1-B0C5-5E08DF00F0B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58" b="37013"/>
          <a:stretch>
            <a:fillRect/>
          </a:stretch>
        </p:blipFill>
        <p:spPr>
          <a:xfrm>
            <a:off x="0" y="3012275"/>
            <a:ext cx="12192000" cy="2937675"/>
          </a:xfrm>
          <a:prstGeom prst="rect">
            <a:avLst/>
          </a:prstGeom>
          <a:blipFill dpi="0" rotWithShape="1">
            <a:blip>
              <a:alphaModFix amt="3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2177845-678B-5A33-AE89-EF2874700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16.07.2026</a:t>
            </a:r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B86D04-2B93-A44D-8D9F-2D19FE140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FESG Transformationsprojekt – Zwischenergebnisse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8DC843-97F1-1A3A-DE1A-41E13619D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ECCFF0D9-16C1-9A7B-5C47-1A453D735B0D}"/>
              </a:ext>
            </a:extLst>
          </p:cNvPr>
          <p:cNvSpPr>
            <a:spLocks/>
          </p:cNvSpPr>
          <p:nvPr/>
        </p:nvSpPr>
        <p:spPr>
          <a:xfrm>
            <a:off x="0" y="3010787"/>
            <a:ext cx="12192000" cy="2937675"/>
          </a:xfrm>
          <a:prstGeom prst="rect">
            <a:avLst/>
          </a:prstGeom>
          <a:solidFill>
            <a:schemeClr val="accent3">
              <a:lumMod val="5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028FB79-AC8C-2A8D-B355-27B3FCCA5E49}"/>
              </a:ext>
            </a:extLst>
          </p:cNvPr>
          <p:cNvSpPr/>
          <p:nvPr/>
        </p:nvSpPr>
        <p:spPr>
          <a:xfrm>
            <a:off x="963951" y="1031875"/>
            <a:ext cx="3139440" cy="3657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16000" rIns="180000" rtlCol="0" anchor="t"/>
          <a:lstStyle/>
          <a:p>
            <a:pPr algn="ctr"/>
            <a:r>
              <a:rPr lang="de-DE" b="1" spc="300">
                <a:solidFill>
                  <a:schemeClr val="accent3">
                    <a:lumMod val="50000"/>
                  </a:schemeClr>
                </a:solidFill>
              </a:rPr>
              <a:t>RÜCKBLICK</a:t>
            </a:r>
          </a:p>
          <a:p>
            <a:pPr algn="ctr"/>
            <a:endParaRPr lang="de-DE" b="1" spc="300">
              <a:solidFill>
                <a:schemeClr val="accent3">
                  <a:lumMod val="50000"/>
                </a:schemeClr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600">
                <a:solidFill>
                  <a:schemeClr val="accent3">
                    <a:lumMod val="50000"/>
                  </a:schemeClr>
                </a:solidFill>
              </a:rPr>
              <a:t>Durchführung erster Stakeholder-Interviews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600">
                <a:solidFill>
                  <a:schemeClr val="accent3">
                    <a:lumMod val="50000"/>
                  </a:schemeClr>
                </a:solidFill>
              </a:rPr>
              <a:t>Analyse der Prozess-, System- und Organisationslandschaft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600">
                <a:solidFill>
                  <a:schemeClr val="accent3">
                    <a:lumMod val="50000"/>
                  </a:schemeClr>
                </a:solidFill>
              </a:rPr>
              <a:t>Analyse zentraler Herausforderungen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600">
                <a:solidFill>
                  <a:schemeClr val="accent3">
                    <a:lumMod val="50000"/>
                  </a:schemeClr>
                </a:solidFill>
              </a:rPr>
              <a:t>Identifikation von Effizienzpotenzialen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8D913153-CFE8-AFD5-2C7D-8D8BE8228802}"/>
              </a:ext>
            </a:extLst>
          </p:cNvPr>
          <p:cNvSpPr/>
          <p:nvPr/>
        </p:nvSpPr>
        <p:spPr>
          <a:xfrm>
            <a:off x="4526280" y="1045125"/>
            <a:ext cx="3139440" cy="3657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16000" rIns="180000" rtlCol="0" anchor="t"/>
          <a:lstStyle/>
          <a:p>
            <a:pPr algn="ctr"/>
            <a:r>
              <a:rPr lang="de-DE" b="1" spc="300">
                <a:solidFill>
                  <a:schemeClr val="accent3">
                    <a:lumMod val="50000"/>
                  </a:schemeClr>
                </a:solidFill>
              </a:rPr>
              <a:t>UPDATE</a:t>
            </a:r>
          </a:p>
          <a:p>
            <a:pPr algn="ctr"/>
            <a:endParaRPr lang="de-DE" b="1" spc="300">
              <a:solidFill>
                <a:schemeClr val="accent3">
                  <a:lumMod val="50000"/>
                </a:schemeClr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600">
                <a:solidFill>
                  <a:schemeClr val="accent3">
                    <a:lumMod val="50000"/>
                  </a:schemeClr>
                </a:solidFill>
              </a:rPr>
              <a:t>Fehlende Harmonisierung der End-</a:t>
            </a:r>
            <a:r>
              <a:rPr lang="de-DE" sz="1600" err="1">
                <a:solidFill>
                  <a:schemeClr val="accent3">
                    <a:lumMod val="50000"/>
                  </a:schemeClr>
                </a:solidFill>
              </a:rPr>
              <a:t>to</a:t>
            </a:r>
            <a:r>
              <a:rPr lang="de-DE" sz="1600">
                <a:solidFill>
                  <a:schemeClr val="accent3">
                    <a:lumMod val="50000"/>
                  </a:schemeClr>
                </a:solidFill>
              </a:rPr>
              <a:t>-End-Prozesse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600">
                <a:solidFill>
                  <a:schemeClr val="accent3">
                    <a:lumMod val="50000"/>
                  </a:schemeClr>
                </a:solidFill>
              </a:rPr>
              <a:t>Unklare Rollen und Verantwortlichkeiten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600">
                <a:solidFill>
                  <a:schemeClr val="accent3">
                    <a:lumMod val="50000"/>
                  </a:schemeClr>
                </a:solidFill>
              </a:rPr>
              <a:t>Unterschiedliche Daten- und KPI-Standards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600">
                <a:solidFill>
                  <a:schemeClr val="accent3">
                    <a:lumMod val="50000"/>
                  </a:schemeClr>
                </a:solidFill>
              </a:rPr>
              <a:t>Medienbrüche, manuelle Tätigkeiten und begrenzte Systemintegration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B7325685-5BA0-DAA3-712B-CCDAEC5ACFD8}"/>
              </a:ext>
            </a:extLst>
          </p:cNvPr>
          <p:cNvSpPr/>
          <p:nvPr/>
        </p:nvSpPr>
        <p:spPr>
          <a:xfrm>
            <a:off x="8088609" y="1042017"/>
            <a:ext cx="3139440" cy="3657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16000" rIns="180000" rtlCol="0" anchor="t"/>
          <a:lstStyle/>
          <a:p>
            <a:pPr algn="ctr"/>
            <a:r>
              <a:rPr lang="de-DE" b="1" spc="300">
                <a:solidFill>
                  <a:schemeClr val="accent3">
                    <a:lumMod val="50000"/>
                  </a:schemeClr>
                </a:solidFill>
              </a:rPr>
              <a:t>AUSBLICK</a:t>
            </a:r>
          </a:p>
          <a:p>
            <a:pPr algn="ctr"/>
            <a:endParaRPr lang="de-DE" b="1" spc="300">
              <a:solidFill>
                <a:schemeClr val="accent3">
                  <a:lumMod val="50000"/>
                </a:schemeClr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600">
                <a:solidFill>
                  <a:schemeClr val="accent3">
                    <a:lumMod val="50000"/>
                  </a:schemeClr>
                </a:solidFill>
              </a:rPr>
              <a:t>Harmonisierung von Prozessen und Verantwortlichkeiten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600">
                <a:solidFill>
                  <a:schemeClr val="accent3">
                    <a:lumMod val="50000"/>
                  </a:schemeClr>
                </a:solidFill>
              </a:rPr>
              <a:t>Aufbau von Governance und Data Ownership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600">
                <a:solidFill>
                  <a:schemeClr val="accent3">
                    <a:lumMod val="50000"/>
                  </a:schemeClr>
                </a:solidFill>
              </a:rPr>
              <a:t>Definition von Zielbild und Zielarchitektur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600">
                <a:solidFill>
                  <a:schemeClr val="accent3">
                    <a:lumMod val="50000"/>
                  </a:schemeClr>
                </a:solidFill>
              </a:rPr>
              <a:t>Umsetzung priorisierter       Quick Wins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0184F29C-2A80-8966-A20C-F95B556F1092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F24CE08F-ABD7-3847-77A7-F9338A33E562}"/>
              </a:ext>
            </a:extLst>
          </p:cNvPr>
          <p:cNvSpPr txBox="1"/>
          <p:nvPr/>
        </p:nvSpPr>
        <p:spPr>
          <a:xfrm>
            <a:off x="1292818" y="-1488"/>
            <a:ext cx="188865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1400" b="1"/>
              <a:t>Executive Summary</a:t>
            </a:r>
          </a:p>
        </p:txBody>
      </p:sp>
      <p:sp>
        <p:nvSpPr>
          <p:cNvPr id="64" name="Aussageueberschrift Slide2"/>
          <p:cNvSpPr txBox="1"/>
          <p:nvPr/>
        </p:nvSpPr>
        <p:spPr>
          <a:xfrm>
            <a:off x="301752" y="384048"/>
            <a:ext cx="115854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chemeClr val="accent3"/>
                </a:solidFill>
                <a:latin typeface="Arial"/>
              </a:rPr>
              <a:t>Erste Analysephase bestätigt: </a:t>
            </a:r>
            <a:r>
              <a:rPr sz="2000" b="1">
                <a:solidFill>
                  <a:schemeClr val="accent3"/>
                </a:solidFill>
                <a:latin typeface="Arial"/>
              </a:rPr>
              <a:t>Fehlende Harmonisierung von Prozessen, Rollen und Daten verhindert Steuerbarkeit</a:t>
            </a:r>
            <a:r>
              <a:rPr sz="2000" b="0">
                <a:solidFill>
                  <a:schemeClr val="accent3"/>
                </a:solidFill>
                <a:latin typeface="Arial"/>
              </a:rPr>
              <a:t> – nächster Schritt ist Governance und Priorisierung.</a:t>
            </a:r>
          </a:p>
        </p:txBody>
      </p:sp>
    </p:spTree>
    <p:extLst>
      <p:ext uri="{BB962C8B-B14F-4D97-AF65-F5344CB8AC3E}">
        <p14:creationId xmlns:p14="http://schemas.microsoft.com/office/powerpoint/2010/main" val="253636964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10FDE36-C7F2-39B9-94B3-B08D3925D9B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875769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99" imgH="499" progId="TCLayout.ActiveDocument.1">
                  <p:embed/>
                </p:oleObj>
              </mc:Choice>
              <mc:Fallback>
                <p:oleObj name="think-cell Folie" r:id="rId4" imgW="499" imgH="499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0FDE36-C7F2-39B9-94B3-B08D3925D9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3" name="Grafik 52">
            <a:extLst>
              <a:ext uri="{FF2B5EF4-FFF2-40B4-BE49-F238E27FC236}">
                <a16:creationId xmlns:a16="http://schemas.microsoft.com/office/drawing/2014/main" id="{21F8FF1E-2931-382A-27D4-68891A66519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5" b="63931"/>
          <a:stretch>
            <a:fillRect/>
          </a:stretch>
        </p:blipFill>
        <p:spPr>
          <a:xfrm>
            <a:off x="0" y="291732"/>
            <a:ext cx="12192000" cy="2180831"/>
          </a:xfrm>
          <a:prstGeom prst="rect">
            <a:avLst/>
          </a:prstGeom>
          <a:blipFill dpi="0" rotWithShape="1">
            <a:blip>
              <a:alphaModFix amt="3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54" name="Rechteck 53">
            <a:extLst>
              <a:ext uri="{FF2B5EF4-FFF2-40B4-BE49-F238E27FC236}">
                <a16:creationId xmlns:a16="http://schemas.microsoft.com/office/drawing/2014/main" id="{5672F434-D889-D7CE-A088-73FC32AEEF8D}"/>
              </a:ext>
            </a:extLst>
          </p:cNvPr>
          <p:cNvSpPr>
            <a:spLocks/>
          </p:cNvSpPr>
          <p:nvPr/>
        </p:nvSpPr>
        <p:spPr>
          <a:xfrm>
            <a:off x="0" y="313777"/>
            <a:ext cx="12192000" cy="2151300"/>
          </a:xfrm>
          <a:prstGeom prst="rect">
            <a:avLst/>
          </a:prstGeom>
          <a:solidFill>
            <a:schemeClr val="accent3">
              <a:lumMod val="5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600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C3DFC590-66B8-8DAC-6097-DFC400C397C2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DCDC81D-C42D-6C39-FD8B-FE6E16109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16.07.2026</a:t>
            </a:r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9512707-540D-EE43-0476-597059595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FESG Transformationsprojekt – Zwischenergebnisse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A56EC4-ED88-E19C-94ED-841AE7309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A771F1E-246F-E23C-466D-A265BF27E29B}"/>
              </a:ext>
            </a:extLst>
          </p:cNvPr>
          <p:cNvSpPr txBox="1"/>
          <p:nvPr/>
        </p:nvSpPr>
        <p:spPr>
          <a:xfrm>
            <a:off x="311105" y="905034"/>
            <a:ext cx="115871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400">
                <a:solidFill>
                  <a:schemeClr val="bg1"/>
                </a:solidFill>
              </a:rPr>
              <a:t>Full Energy Solution Group benötigt eine </a:t>
            </a:r>
            <a:r>
              <a:rPr lang="de-DE" sz="2400" b="1">
                <a:solidFill>
                  <a:schemeClr val="bg1"/>
                </a:solidFill>
              </a:rPr>
              <a:t>integrierte Transformation </a:t>
            </a:r>
            <a:r>
              <a:rPr lang="de-DE" sz="2400">
                <a:solidFill>
                  <a:schemeClr val="bg1"/>
                </a:solidFill>
              </a:rPr>
              <a:t>von Prozessen, Governance, Daten und Technologie, um weiteres Wachstum effizient und kontrolliert steuern zu können.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B7F0F1FE-953E-6422-3B6E-2B07D3C38C7C}"/>
              </a:ext>
            </a:extLst>
          </p:cNvPr>
          <p:cNvSpPr txBox="1"/>
          <p:nvPr/>
        </p:nvSpPr>
        <p:spPr>
          <a:xfrm>
            <a:off x="432217" y="2831027"/>
            <a:ext cx="314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spc="300"/>
              <a:t>AUSGANGSLAGE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5CDB98D5-F7BD-C091-BE0D-627FFBC8B132}"/>
              </a:ext>
            </a:extLst>
          </p:cNvPr>
          <p:cNvSpPr txBox="1"/>
          <p:nvPr/>
        </p:nvSpPr>
        <p:spPr>
          <a:xfrm>
            <a:off x="350067" y="3672700"/>
            <a:ext cx="561851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Historisch gewachsene Organisations- und Prozessstrukturen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Unterschiedliche Prozessstandards zwischen Standorten und Bereichen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Heterogene und teilweise nicht integrierte Systemlandschaft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Hohe manuelle Aufwände in Reporting und Steuerungsprozessen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Fehlende Governance-, Risiko- und Kontrollmechanismen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0E4627D5-C3B0-C8D0-53EB-D3577464653F}"/>
              </a:ext>
            </a:extLst>
          </p:cNvPr>
          <p:cNvSpPr txBox="1"/>
          <p:nvPr/>
        </p:nvSpPr>
        <p:spPr>
          <a:xfrm>
            <a:off x="6230460" y="3585456"/>
            <a:ext cx="551559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Harmonisierung von Finance-, Asset-, Operations- und Field-Service-Prozessen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Aufbau klarer Governance-, Risiko- und Kontrollstrukturen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Verbesserung von Datenqualität, Transparenz und Steuerungsfähigkeit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Reduktion manueller Tätigkeiten und Medienbrüche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Entwicklung einer zukunftsfähigen System- und Datenarchitektur</a:t>
            </a:r>
          </a:p>
        </p:txBody>
      </p: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43788196-077F-6C1C-9A84-B1F6E264C2BC}"/>
              </a:ext>
            </a:extLst>
          </p:cNvPr>
          <p:cNvCxnSpPr>
            <a:cxnSpLocks/>
          </p:cNvCxnSpPr>
          <p:nvPr/>
        </p:nvCxnSpPr>
        <p:spPr>
          <a:xfrm flipV="1">
            <a:off x="6096000" y="2748965"/>
            <a:ext cx="0" cy="269628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C2260171-F820-FC26-7665-4F873FCA115C}"/>
              </a:ext>
            </a:extLst>
          </p:cNvPr>
          <p:cNvCxnSpPr>
            <a:cxnSpLocks/>
          </p:cNvCxnSpPr>
          <p:nvPr/>
        </p:nvCxnSpPr>
        <p:spPr>
          <a:xfrm flipV="1">
            <a:off x="304800" y="2748965"/>
            <a:ext cx="0" cy="269628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27DAB610-F506-72FB-A7E5-C3DB1649D5E4}"/>
              </a:ext>
            </a:extLst>
          </p:cNvPr>
          <p:cNvCxnSpPr>
            <a:cxnSpLocks/>
          </p:cNvCxnSpPr>
          <p:nvPr/>
        </p:nvCxnSpPr>
        <p:spPr>
          <a:xfrm flipV="1">
            <a:off x="11885867" y="2748965"/>
            <a:ext cx="0" cy="269628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22F1A9DA-0EC4-3820-3B6C-829D8710D195}"/>
              </a:ext>
            </a:extLst>
          </p:cNvPr>
          <p:cNvSpPr txBox="1"/>
          <p:nvPr/>
        </p:nvSpPr>
        <p:spPr>
          <a:xfrm>
            <a:off x="6230460" y="2831027"/>
            <a:ext cx="314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spc="300"/>
              <a:t>PROJEKTZIELE</a:t>
            </a:r>
          </a:p>
        </p:txBody>
      </p: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0F8B7F8F-5EEB-4274-B369-484AB7818851}"/>
              </a:ext>
            </a:extLst>
          </p:cNvPr>
          <p:cNvCxnSpPr/>
          <p:nvPr/>
        </p:nvCxnSpPr>
        <p:spPr>
          <a:xfrm>
            <a:off x="0" y="5445252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FB7C3396-7397-86BF-F050-B8338B5AE182}"/>
              </a:ext>
            </a:extLst>
          </p:cNvPr>
          <p:cNvCxnSpPr/>
          <p:nvPr/>
        </p:nvCxnSpPr>
        <p:spPr>
          <a:xfrm>
            <a:off x="0" y="2748965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2433D752-17E0-828F-1B2F-A078BD883249}"/>
              </a:ext>
            </a:extLst>
          </p:cNvPr>
          <p:cNvCxnSpPr/>
          <p:nvPr/>
        </p:nvCxnSpPr>
        <p:spPr>
          <a:xfrm>
            <a:off x="0" y="3284681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DAE535BE-D983-34AA-B1CC-1BC451964FC9}"/>
              </a:ext>
            </a:extLst>
          </p:cNvPr>
          <p:cNvSpPr txBox="1"/>
          <p:nvPr/>
        </p:nvSpPr>
        <p:spPr>
          <a:xfrm>
            <a:off x="1292818" y="-1488"/>
            <a:ext cx="119776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1400" b="1"/>
              <a:t>01 | Kontext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E107320F-CB64-837A-3F6B-5B3AF4103C71}"/>
              </a:ext>
            </a:extLst>
          </p:cNvPr>
          <p:cNvSpPr txBox="1"/>
          <p:nvPr/>
        </p:nvSpPr>
        <p:spPr>
          <a:xfrm>
            <a:off x="3159326" y="-1489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chemeClr val="bg1"/>
                </a:solidFill>
              </a:rPr>
              <a:t>02 | Struktur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4529A956-D3D3-C84D-A7E9-8862F387CC62}"/>
              </a:ext>
            </a:extLst>
          </p:cNvPr>
          <p:cNvSpPr txBox="1"/>
          <p:nvPr/>
        </p:nvSpPr>
        <p:spPr>
          <a:xfrm>
            <a:off x="7339582" y="-1489"/>
            <a:ext cx="13452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chemeClr val="bg1"/>
                </a:solidFill>
              </a:rPr>
              <a:t>04 | Prioritäten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47495CBD-2FB9-7506-1852-4C0CC27F176F}"/>
              </a:ext>
            </a:extLst>
          </p:cNvPr>
          <p:cNvSpPr txBox="1"/>
          <p:nvPr/>
        </p:nvSpPr>
        <p:spPr>
          <a:xfrm>
            <a:off x="5045071" y="-1489"/>
            <a:ext cx="15648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1"/>
                </a:solidFill>
              </a:rPr>
              <a:t>03 | Erkenntnisse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1AE4FB8E-B28F-117C-DA12-3011F3C67AAF}"/>
              </a:ext>
            </a:extLst>
          </p:cNvPr>
          <p:cNvSpPr txBox="1"/>
          <p:nvPr/>
        </p:nvSpPr>
        <p:spPr>
          <a:xfrm>
            <a:off x="9414480" y="-1489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chemeClr val="bg1"/>
                </a:solidFill>
              </a:rPr>
              <a:t>05 | Empfehlungen</a:t>
            </a:r>
          </a:p>
        </p:txBody>
      </p:sp>
    </p:spTree>
    <p:extLst>
      <p:ext uri="{BB962C8B-B14F-4D97-AF65-F5344CB8AC3E}">
        <p14:creationId xmlns:p14="http://schemas.microsoft.com/office/powerpoint/2010/main" val="171914026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7A31113F-13F1-0DDA-C2B8-B942979CE03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60552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99" imgH="499" progId="TCLayout.ActiveDocument.1">
                  <p:embed/>
                </p:oleObj>
              </mc:Choice>
              <mc:Fallback>
                <p:oleObj name="think-cell Folie" r:id="rId4" imgW="499" imgH="499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A31113F-13F1-0DDA-C2B8-B942979CE0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FE2CF33-E54E-995B-33E1-22BB4C77B6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4822" y="6405023"/>
            <a:ext cx="1260000" cy="270000"/>
          </a:xfrm>
        </p:spPr>
        <p:txBody>
          <a:bodyPr/>
          <a:lstStyle/>
          <a:p>
            <a:r>
              <a:rPr lang="de-DE">
                <a:solidFill>
                  <a:schemeClr val="bg1"/>
                </a:solidFill>
              </a:rPr>
              <a:t>16.07.2026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97A5BE3-4243-472B-93E5-3D812676A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FESG Transformationsprojekt – Zwischenergebnisse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216A6F1-CB2C-EB09-29E7-D6A816533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06049F1-CCEF-FB25-D44A-316A1336DD21}"/>
              </a:ext>
            </a:extLst>
          </p:cNvPr>
          <p:cNvSpPr txBox="1"/>
          <p:nvPr/>
        </p:nvSpPr>
        <p:spPr>
          <a:xfrm>
            <a:off x="1292818" y="-1488"/>
            <a:ext cx="1136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de-DE">
                <a:solidFill>
                  <a:schemeClr val="bg1"/>
                </a:solidFill>
              </a:rPr>
              <a:t>01 | Kontext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84068CB-00B9-BC3D-0080-EE51740FE420}"/>
              </a:ext>
            </a:extLst>
          </p:cNvPr>
          <p:cNvSpPr txBox="1"/>
          <p:nvPr/>
        </p:nvSpPr>
        <p:spPr>
          <a:xfrm>
            <a:off x="3159326" y="-1489"/>
            <a:ext cx="122982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r>
              <a:rPr lang="de-DE"/>
              <a:t>02 | Struktur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C1065D2-2654-22A1-9F78-BFDDF729635A}"/>
              </a:ext>
            </a:extLst>
          </p:cNvPr>
          <p:cNvSpPr txBox="1"/>
          <p:nvPr/>
        </p:nvSpPr>
        <p:spPr>
          <a:xfrm>
            <a:off x="7339582" y="-1489"/>
            <a:ext cx="13452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chemeClr val="bg1"/>
                </a:solidFill>
              </a:rPr>
              <a:t>04 | Prioritäten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416D909-5F4D-9840-70EF-5C5FA22600E2}"/>
              </a:ext>
            </a:extLst>
          </p:cNvPr>
          <p:cNvSpPr txBox="1"/>
          <p:nvPr/>
        </p:nvSpPr>
        <p:spPr>
          <a:xfrm>
            <a:off x="5045071" y="-1489"/>
            <a:ext cx="15648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chemeClr val="bg1"/>
                </a:solidFill>
              </a:rPr>
              <a:t>03 | Erkenntnisse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661C083-2160-E095-DAEB-2F2DC9D536A6}"/>
              </a:ext>
            </a:extLst>
          </p:cNvPr>
          <p:cNvSpPr txBox="1"/>
          <p:nvPr/>
        </p:nvSpPr>
        <p:spPr>
          <a:xfrm>
            <a:off x="9414480" y="-1489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chemeClr val="bg1"/>
                </a:solidFill>
              </a:rPr>
              <a:t>05 | Empfehlungen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EB9E5A4-A675-C511-56E1-D253EE664BA7}"/>
              </a:ext>
            </a:extLst>
          </p:cNvPr>
          <p:cNvSpPr/>
          <p:nvPr/>
        </p:nvSpPr>
        <p:spPr>
          <a:xfrm>
            <a:off x="524288" y="2674812"/>
            <a:ext cx="4923712" cy="19459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400" b="1">
                <a:solidFill>
                  <a:schemeClr val="bg1"/>
                </a:solidFill>
              </a:rPr>
              <a:t>Wie kann FESG eine transparente, steuerbare und skalierbare Finance-, Asset- </a:t>
            </a:r>
            <a:br>
              <a:rPr lang="de-DE" sz="2400" b="1">
                <a:solidFill>
                  <a:schemeClr val="bg1"/>
                </a:solidFill>
              </a:rPr>
            </a:br>
            <a:r>
              <a:rPr lang="de-DE" sz="2400" b="1">
                <a:solidFill>
                  <a:schemeClr val="bg1"/>
                </a:solidFill>
              </a:rPr>
              <a:t>und Operations-Landschaft schaffen?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5382A0C-621E-E9D7-6F88-DF8E279CE4AF}"/>
              </a:ext>
            </a:extLst>
          </p:cNvPr>
          <p:cNvSpPr/>
          <p:nvPr/>
        </p:nvSpPr>
        <p:spPr>
          <a:xfrm>
            <a:off x="6341134" y="1488553"/>
            <a:ext cx="2869223" cy="384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cap="small">
                <a:solidFill>
                  <a:schemeClr val="bg1"/>
                </a:solidFill>
              </a:rPr>
              <a:t>Operating Model &amp; Prozesse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7FEDA4F-9F32-201A-6C39-FC136D28323E}"/>
              </a:ext>
            </a:extLst>
          </p:cNvPr>
          <p:cNvSpPr/>
          <p:nvPr/>
        </p:nvSpPr>
        <p:spPr>
          <a:xfrm>
            <a:off x="6341134" y="2684699"/>
            <a:ext cx="2869223" cy="384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cap="small" err="1">
                <a:solidFill>
                  <a:schemeClr val="bg1"/>
                </a:solidFill>
              </a:rPr>
              <a:t>Governance</a:t>
            </a:r>
            <a:r>
              <a:rPr lang="de-DE" b="1" cap="small">
                <a:solidFill>
                  <a:schemeClr val="bg1"/>
                </a:solidFill>
              </a:rPr>
              <a:t>, Rollen, Kontrollen 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89752CD-7066-7023-53BD-FB9201EE47F1}"/>
              </a:ext>
            </a:extLst>
          </p:cNvPr>
          <p:cNvSpPr/>
          <p:nvPr/>
        </p:nvSpPr>
        <p:spPr>
          <a:xfrm>
            <a:off x="6341134" y="5111673"/>
            <a:ext cx="2869223" cy="384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cap="small">
                <a:solidFill>
                  <a:schemeClr val="bg1"/>
                </a:solidFill>
              </a:rPr>
              <a:t>Daten &amp; KPIs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0B0B53D8-1F1F-3A98-BBD3-A909F60A9414}"/>
              </a:ext>
            </a:extLst>
          </p:cNvPr>
          <p:cNvSpPr/>
          <p:nvPr/>
        </p:nvSpPr>
        <p:spPr>
          <a:xfrm>
            <a:off x="6341134" y="3880845"/>
            <a:ext cx="2869223" cy="384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cap="small">
                <a:solidFill>
                  <a:schemeClr val="bg1"/>
                </a:solidFill>
              </a:rPr>
              <a:t>Technologie &amp; Integration </a:t>
            </a:r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A0B04A3D-9885-0E8B-2535-F40BAE401EE8}"/>
              </a:ext>
            </a:extLst>
          </p:cNvPr>
          <p:cNvCxnSpPr>
            <a:cxnSpLocks/>
          </p:cNvCxnSpPr>
          <p:nvPr/>
        </p:nvCxnSpPr>
        <p:spPr>
          <a:xfrm flipV="1">
            <a:off x="5448000" y="1258888"/>
            <a:ext cx="0" cy="469407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C0AA052A-6E50-70E9-03AB-630A14938101}"/>
              </a:ext>
            </a:extLst>
          </p:cNvPr>
          <p:cNvCxnSpPr>
            <a:cxnSpLocks/>
          </p:cNvCxnSpPr>
          <p:nvPr/>
        </p:nvCxnSpPr>
        <p:spPr>
          <a:xfrm flipV="1">
            <a:off x="304800" y="1256133"/>
            <a:ext cx="0" cy="469683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01758118-68F3-ECB5-182D-8E33B1718B41}"/>
              </a:ext>
            </a:extLst>
          </p:cNvPr>
          <p:cNvCxnSpPr>
            <a:cxnSpLocks/>
          </p:cNvCxnSpPr>
          <p:nvPr/>
        </p:nvCxnSpPr>
        <p:spPr>
          <a:xfrm flipV="1">
            <a:off x="11885867" y="1258888"/>
            <a:ext cx="0" cy="469407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F1E5F279-6888-D066-5EB8-67290871FE11}"/>
              </a:ext>
            </a:extLst>
          </p:cNvPr>
          <p:cNvCxnSpPr/>
          <p:nvPr/>
        </p:nvCxnSpPr>
        <p:spPr>
          <a:xfrm>
            <a:off x="0" y="5952965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21C0EA1B-8F99-7CB7-2DFD-908B02C90CCA}"/>
              </a:ext>
            </a:extLst>
          </p:cNvPr>
          <p:cNvCxnSpPr/>
          <p:nvPr/>
        </p:nvCxnSpPr>
        <p:spPr>
          <a:xfrm>
            <a:off x="0" y="1256133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7" name="TextBox 12">
            <a:extLst>
              <a:ext uri="{FF2B5EF4-FFF2-40B4-BE49-F238E27FC236}">
                <a16:creationId xmlns:a16="http://schemas.microsoft.com/office/drawing/2014/main" id="{85F4033C-AA23-00DE-E0CD-A48CAA28FB0D}"/>
              </a:ext>
            </a:extLst>
          </p:cNvPr>
          <p:cNvSpPr txBox="1"/>
          <p:nvPr/>
        </p:nvSpPr>
        <p:spPr>
          <a:xfrm>
            <a:off x="6001386" y="1463262"/>
            <a:ext cx="594360" cy="34747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000" b="1">
                <a:solidFill>
                  <a:schemeClr val="bg1"/>
                </a:solidFill>
                <a:latin typeface="Arial"/>
              </a:rPr>
              <a:t>01</a:t>
            </a:r>
          </a:p>
        </p:txBody>
      </p:sp>
      <p:sp>
        <p:nvSpPr>
          <p:cNvPr id="59" name="TextBox 12">
            <a:extLst>
              <a:ext uri="{FF2B5EF4-FFF2-40B4-BE49-F238E27FC236}">
                <a16:creationId xmlns:a16="http://schemas.microsoft.com/office/drawing/2014/main" id="{358568DB-68E6-6FCD-9B77-CBE92F2EC3EF}"/>
              </a:ext>
            </a:extLst>
          </p:cNvPr>
          <p:cNvSpPr txBox="1"/>
          <p:nvPr/>
        </p:nvSpPr>
        <p:spPr>
          <a:xfrm>
            <a:off x="6001386" y="2667838"/>
            <a:ext cx="594360" cy="34747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000" b="1">
                <a:solidFill>
                  <a:schemeClr val="bg1"/>
                </a:solidFill>
                <a:latin typeface="Arial"/>
              </a:rPr>
              <a:t>0</a:t>
            </a:r>
            <a:r>
              <a:rPr lang="de-DE" sz="2000" b="1">
                <a:solidFill>
                  <a:schemeClr val="bg1"/>
                </a:solidFill>
                <a:latin typeface="Arial"/>
              </a:rPr>
              <a:t>2</a:t>
            </a:r>
            <a:endParaRPr sz="2000" b="1">
              <a:solidFill>
                <a:schemeClr val="bg1"/>
              </a:solidFill>
              <a:latin typeface="Arial"/>
            </a:endParaRPr>
          </a:p>
        </p:txBody>
      </p:sp>
      <p:sp>
        <p:nvSpPr>
          <p:cNvPr id="60" name="TextBox 12">
            <a:extLst>
              <a:ext uri="{FF2B5EF4-FFF2-40B4-BE49-F238E27FC236}">
                <a16:creationId xmlns:a16="http://schemas.microsoft.com/office/drawing/2014/main" id="{B9FC7119-01B8-4F46-B34E-D591A9BEB7C3}"/>
              </a:ext>
            </a:extLst>
          </p:cNvPr>
          <p:cNvSpPr txBox="1"/>
          <p:nvPr/>
        </p:nvSpPr>
        <p:spPr>
          <a:xfrm>
            <a:off x="6001386" y="3872414"/>
            <a:ext cx="594360" cy="34747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lang="de-DE" sz="2000" b="1">
                <a:solidFill>
                  <a:schemeClr val="bg1"/>
                </a:solidFill>
                <a:latin typeface="Arial"/>
              </a:rPr>
              <a:t>03</a:t>
            </a:r>
            <a:endParaRPr sz="2000" b="1">
              <a:solidFill>
                <a:schemeClr val="bg1"/>
              </a:solidFill>
              <a:latin typeface="Arial"/>
            </a:endParaRPr>
          </a:p>
        </p:txBody>
      </p:sp>
      <p:sp>
        <p:nvSpPr>
          <p:cNvPr id="61" name="TextBox 12">
            <a:extLst>
              <a:ext uri="{FF2B5EF4-FFF2-40B4-BE49-F238E27FC236}">
                <a16:creationId xmlns:a16="http://schemas.microsoft.com/office/drawing/2014/main" id="{2BF6D73E-33FB-8F92-2EEC-8FFDB2326397}"/>
              </a:ext>
            </a:extLst>
          </p:cNvPr>
          <p:cNvSpPr txBox="1"/>
          <p:nvPr/>
        </p:nvSpPr>
        <p:spPr>
          <a:xfrm>
            <a:off x="6001386" y="5130156"/>
            <a:ext cx="594360" cy="34747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lang="de-DE" sz="2000" b="1">
                <a:solidFill>
                  <a:schemeClr val="bg1"/>
                </a:solidFill>
                <a:latin typeface="Arial"/>
              </a:rPr>
              <a:t>04</a:t>
            </a:r>
            <a:endParaRPr sz="2000" b="1">
              <a:solidFill>
                <a:schemeClr val="bg1"/>
              </a:solidFill>
              <a:latin typeface="Arial"/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2B1B5931-22EA-C332-7502-FE16E30FEF10}"/>
              </a:ext>
            </a:extLst>
          </p:cNvPr>
          <p:cNvGrpSpPr>
            <a:grpSpLocks noChangeAspect="1"/>
          </p:cNvGrpSpPr>
          <p:nvPr/>
        </p:nvGrpSpPr>
        <p:grpSpPr>
          <a:xfrm>
            <a:off x="10811963" y="6165233"/>
            <a:ext cx="1079999" cy="453764"/>
            <a:chOff x="1721984" y="2257682"/>
            <a:chExt cx="7247953" cy="3045250"/>
          </a:xfrm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E6F43E45-7689-8790-3E99-ED93989A773E}"/>
                </a:ext>
              </a:extLst>
            </p:cNvPr>
            <p:cNvSpPr/>
            <p:nvPr/>
          </p:nvSpPr>
          <p:spPr>
            <a:xfrm>
              <a:off x="1721984" y="4167798"/>
              <a:ext cx="1948179" cy="1135134"/>
            </a:xfrm>
            <a:custGeom>
              <a:avLst/>
              <a:gdLst>
                <a:gd name="connsiteX0" fmla="*/ 1948179 w 1948179"/>
                <a:gd name="connsiteY0" fmla="*/ 391066 h 1135134"/>
                <a:gd name="connsiteX1" fmla="*/ 1641834 w 1948179"/>
                <a:gd name="connsiteY1" fmla="*/ 0 h 1135134"/>
                <a:gd name="connsiteX2" fmla="*/ 1272508 w 1948179"/>
                <a:gd name="connsiteY2" fmla="*/ 302012 h 1135134"/>
                <a:gd name="connsiteX3" fmla="*/ 1257305 w 1948179"/>
                <a:gd name="connsiteY3" fmla="*/ 302012 h 1135134"/>
                <a:gd name="connsiteX4" fmla="*/ 955329 w 1948179"/>
                <a:gd name="connsiteY4" fmla="*/ 0 h 1135134"/>
                <a:gd name="connsiteX5" fmla="*/ 581633 w 1948179"/>
                <a:gd name="connsiteY5" fmla="*/ 312846 h 1135134"/>
                <a:gd name="connsiteX6" fmla="*/ 566177 w 1948179"/>
                <a:gd name="connsiteY6" fmla="*/ 312846 h 1135134"/>
                <a:gd name="connsiteX7" fmla="*/ 333646 w 1948179"/>
                <a:gd name="connsiteY7" fmla="*/ 28240 h 1135134"/>
                <a:gd name="connsiteX8" fmla="*/ 223972 w 1948179"/>
                <a:gd name="connsiteY8" fmla="*/ 10870 h 1135134"/>
                <a:gd name="connsiteX9" fmla="*/ 0 w 1948179"/>
                <a:gd name="connsiteY9" fmla="*/ 10870 h 1135134"/>
                <a:gd name="connsiteX10" fmla="*/ 0 w 1948179"/>
                <a:gd name="connsiteY10" fmla="*/ 257990 h 1135134"/>
                <a:gd name="connsiteX11" fmla="*/ 283991 w 1948179"/>
                <a:gd name="connsiteY11" fmla="*/ 258099 h 1135134"/>
                <a:gd name="connsiteX12" fmla="*/ 283991 w 1948179"/>
                <a:gd name="connsiteY12" fmla="*/ 1116717 h 1135134"/>
                <a:gd name="connsiteX13" fmla="*/ 585967 w 1948179"/>
                <a:gd name="connsiteY13" fmla="*/ 1116717 h 1135134"/>
                <a:gd name="connsiteX14" fmla="*/ 585967 w 1948179"/>
                <a:gd name="connsiteY14" fmla="*/ 562710 h 1135134"/>
                <a:gd name="connsiteX15" fmla="*/ 597342 w 1948179"/>
                <a:gd name="connsiteY15" fmla="*/ 466506 h 1135134"/>
                <a:gd name="connsiteX16" fmla="*/ 820592 w 1948179"/>
                <a:gd name="connsiteY16" fmla="*/ 254198 h 1135134"/>
                <a:gd name="connsiteX17" fmla="*/ 968330 w 1948179"/>
                <a:gd name="connsiteY17" fmla="*/ 473656 h 1135134"/>
                <a:gd name="connsiteX18" fmla="*/ 968330 w 1948179"/>
                <a:gd name="connsiteY18" fmla="*/ 1116753 h 1135134"/>
                <a:gd name="connsiteX19" fmla="*/ 1270305 w 1948179"/>
                <a:gd name="connsiteY19" fmla="*/ 1116753 h 1135134"/>
                <a:gd name="connsiteX20" fmla="*/ 1270305 w 1948179"/>
                <a:gd name="connsiteY20" fmla="*/ 549710 h 1135134"/>
                <a:gd name="connsiteX21" fmla="*/ 1511467 w 1948179"/>
                <a:gd name="connsiteY21" fmla="*/ 254234 h 1135134"/>
                <a:gd name="connsiteX22" fmla="*/ 1644001 w 1948179"/>
                <a:gd name="connsiteY22" fmla="*/ 473692 h 1135134"/>
                <a:gd name="connsiteX23" fmla="*/ 1644001 w 1948179"/>
                <a:gd name="connsiteY23" fmla="*/ 833231 h 1135134"/>
                <a:gd name="connsiteX24" fmla="*/ 1948179 w 1948179"/>
                <a:gd name="connsiteY24" fmla="*/ 1135135 h 1135134"/>
                <a:gd name="connsiteX25" fmla="*/ 1948179 w 1948179"/>
                <a:gd name="connsiteY25" fmla="*/ 391102 h 113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179" h="1135134">
                  <a:moveTo>
                    <a:pt x="1948179" y="391066"/>
                  </a:moveTo>
                  <a:cubicBezTo>
                    <a:pt x="1948179" y="149904"/>
                    <a:pt x="1852589" y="0"/>
                    <a:pt x="1641834" y="0"/>
                  </a:cubicBezTo>
                  <a:cubicBezTo>
                    <a:pt x="1468023" y="0"/>
                    <a:pt x="1335489" y="108627"/>
                    <a:pt x="1272508" y="302012"/>
                  </a:cubicBezTo>
                  <a:lnTo>
                    <a:pt x="1257305" y="302012"/>
                  </a:lnTo>
                  <a:cubicBezTo>
                    <a:pt x="1239934" y="128201"/>
                    <a:pt x="1142141" y="0"/>
                    <a:pt x="955329" y="0"/>
                  </a:cubicBezTo>
                  <a:cubicBezTo>
                    <a:pt x="768517" y="0"/>
                    <a:pt x="640317" y="115128"/>
                    <a:pt x="581633" y="312846"/>
                  </a:cubicBezTo>
                  <a:lnTo>
                    <a:pt x="566177" y="312846"/>
                  </a:lnTo>
                  <a:cubicBezTo>
                    <a:pt x="527067" y="181539"/>
                    <a:pt x="455238" y="69770"/>
                    <a:pt x="333646" y="28240"/>
                  </a:cubicBezTo>
                  <a:cubicBezTo>
                    <a:pt x="300820" y="17009"/>
                    <a:pt x="264382" y="10870"/>
                    <a:pt x="223972" y="10870"/>
                  </a:cubicBezTo>
                  <a:lnTo>
                    <a:pt x="0" y="10870"/>
                  </a:lnTo>
                  <a:lnTo>
                    <a:pt x="0" y="257990"/>
                  </a:lnTo>
                  <a:lnTo>
                    <a:pt x="283991" y="258099"/>
                  </a:lnTo>
                  <a:lnTo>
                    <a:pt x="283991" y="1116717"/>
                  </a:lnTo>
                  <a:lnTo>
                    <a:pt x="585967" y="1116717"/>
                  </a:lnTo>
                  <a:lnTo>
                    <a:pt x="585967" y="562710"/>
                  </a:lnTo>
                  <a:cubicBezTo>
                    <a:pt x="586725" y="527536"/>
                    <a:pt x="590806" y="495613"/>
                    <a:pt x="597342" y="466506"/>
                  </a:cubicBezTo>
                  <a:cubicBezTo>
                    <a:pt x="629158" y="324727"/>
                    <a:pt x="723268" y="254198"/>
                    <a:pt x="820592" y="254198"/>
                  </a:cubicBezTo>
                  <a:cubicBezTo>
                    <a:pt x="917916" y="254198"/>
                    <a:pt x="968330" y="297642"/>
                    <a:pt x="968330" y="473656"/>
                  </a:cubicBezTo>
                  <a:lnTo>
                    <a:pt x="968330" y="1116753"/>
                  </a:lnTo>
                  <a:lnTo>
                    <a:pt x="1270305" y="1116753"/>
                  </a:lnTo>
                  <a:lnTo>
                    <a:pt x="1270305" y="549710"/>
                  </a:lnTo>
                  <a:cubicBezTo>
                    <a:pt x="1292045" y="330288"/>
                    <a:pt x="1405006" y="254234"/>
                    <a:pt x="1511467" y="254234"/>
                  </a:cubicBezTo>
                  <a:cubicBezTo>
                    <a:pt x="1617927" y="254234"/>
                    <a:pt x="1644001" y="328121"/>
                    <a:pt x="1644001" y="473692"/>
                  </a:cubicBezTo>
                  <a:lnTo>
                    <a:pt x="1644001" y="833231"/>
                  </a:lnTo>
                  <a:cubicBezTo>
                    <a:pt x="1644001" y="1005923"/>
                    <a:pt x="1755662" y="1125384"/>
                    <a:pt x="1948179" y="1135135"/>
                  </a:cubicBezTo>
                  <a:lnTo>
                    <a:pt x="1948179" y="39110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09D3CB95-C86D-15AE-1A5C-524E4ADCBCD7}"/>
                </a:ext>
              </a:extLst>
            </p:cNvPr>
            <p:cNvSpPr/>
            <p:nvPr/>
          </p:nvSpPr>
          <p:spPr>
            <a:xfrm>
              <a:off x="5035697" y="4193979"/>
              <a:ext cx="910332" cy="1088477"/>
            </a:xfrm>
            <a:custGeom>
              <a:avLst/>
              <a:gdLst>
                <a:gd name="connsiteX0" fmla="*/ 326785 w 910332"/>
                <a:gd name="connsiteY0" fmla="*/ 851469 h 1088477"/>
                <a:gd name="connsiteX1" fmla="*/ 897296 w 910332"/>
                <a:gd name="connsiteY1" fmla="*/ 235817 h 1088477"/>
                <a:gd name="connsiteX2" fmla="*/ 897296 w 910332"/>
                <a:gd name="connsiteY2" fmla="*/ 5381 h 1088477"/>
                <a:gd name="connsiteX3" fmla="*/ 897296 w 910332"/>
                <a:gd name="connsiteY3" fmla="*/ 5381 h 1088477"/>
                <a:gd name="connsiteX4" fmla="*/ 897296 w 910332"/>
                <a:gd name="connsiteY4" fmla="*/ 0 h 1088477"/>
                <a:gd name="connsiteX5" fmla="*/ 22535 w 910332"/>
                <a:gd name="connsiteY5" fmla="*/ 0 h 1088477"/>
                <a:gd name="connsiteX6" fmla="*/ 22535 w 910332"/>
                <a:gd name="connsiteY6" fmla="*/ 225958 h 1088477"/>
                <a:gd name="connsiteX7" fmla="*/ 600629 w 910332"/>
                <a:gd name="connsiteY7" fmla="*/ 225958 h 1088477"/>
                <a:gd name="connsiteX8" fmla="*/ 0 w 910332"/>
                <a:gd name="connsiteY8" fmla="*/ 868947 h 1088477"/>
                <a:gd name="connsiteX9" fmla="*/ 0 w 910332"/>
                <a:gd name="connsiteY9" fmla="*/ 1088477 h 1088477"/>
                <a:gd name="connsiteX10" fmla="*/ 910333 w 910332"/>
                <a:gd name="connsiteY10" fmla="*/ 1088477 h 1088477"/>
                <a:gd name="connsiteX11" fmla="*/ 910333 w 910332"/>
                <a:gd name="connsiteY11" fmla="*/ 851469 h 1088477"/>
                <a:gd name="connsiteX12" fmla="*/ 326785 w 910332"/>
                <a:gd name="connsiteY12" fmla="*/ 851469 h 10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0332" h="1088477">
                  <a:moveTo>
                    <a:pt x="326785" y="851469"/>
                  </a:moveTo>
                  <a:lnTo>
                    <a:pt x="897296" y="235817"/>
                  </a:lnTo>
                  <a:lnTo>
                    <a:pt x="897296" y="5381"/>
                  </a:lnTo>
                  <a:lnTo>
                    <a:pt x="897296" y="5381"/>
                  </a:lnTo>
                  <a:lnTo>
                    <a:pt x="897296" y="0"/>
                  </a:lnTo>
                  <a:lnTo>
                    <a:pt x="22535" y="0"/>
                  </a:lnTo>
                  <a:lnTo>
                    <a:pt x="22535" y="225958"/>
                  </a:lnTo>
                  <a:lnTo>
                    <a:pt x="600629" y="225958"/>
                  </a:lnTo>
                  <a:lnTo>
                    <a:pt x="0" y="868947"/>
                  </a:lnTo>
                  <a:lnTo>
                    <a:pt x="0" y="1088477"/>
                  </a:lnTo>
                  <a:lnTo>
                    <a:pt x="910333" y="1088477"/>
                  </a:lnTo>
                  <a:lnTo>
                    <a:pt x="910333" y="851469"/>
                  </a:lnTo>
                  <a:lnTo>
                    <a:pt x="326785" y="851469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4830010E-739C-E05A-0576-03157B1E1010}"/>
                </a:ext>
              </a:extLst>
            </p:cNvPr>
            <p:cNvSpPr/>
            <p:nvPr/>
          </p:nvSpPr>
          <p:spPr>
            <a:xfrm>
              <a:off x="6099401" y="4169495"/>
              <a:ext cx="1028023" cy="1115344"/>
            </a:xfrm>
            <a:custGeom>
              <a:avLst/>
              <a:gdLst>
                <a:gd name="connsiteX0" fmla="*/ 670832 w 1028023"/>
                <a:gd name="connsiteY0" fmla="*/ 897368 h 1115344"/>
                <a:gd name="connsiteX1" fmla="*/ 328879 w 1028023"/>
                <a:gd name="connsiteY1" fmla="*/ 1115345 h 1115344"/>
                <a:gd name="connsiteX2" fmla="*/ 0 w 1028023"/>
                <a:gd name="connsiteY2" fmla="*/ 836373 h 1115344"/>
                <a:gd name="connsiteX3" fmla="*/ 389874 w 1028023"/>
                <a:gd name="connsiteY3" fmla="*/ 498754 h 1115344"/>
                <a:gd name="connsiteX4" fmla="*/ 668665 w 1028023"/>
                <a:gd name="connsiteY4" fmla="*/ 415984 h 1115344"/>
                <a:gd name="connsiteX5" fmla="*/ 668665 w 1028023"/>
                <a:gd name="connsiteY5" fmla="*/ 392041 h 1115344"/>
                <a:gd name="connsiteX6" fmla="*/ 483515 w 1028023"/>
                <a:gd name="connsiteY6" fmla="*/ 224333 h 1115344"/>
                <a:gd name="connsiteX7" fmla="*/ 235203 w 1028023"/>
                <a:gd name="connsiteY7" fmla="*/ 383338 h 1115344"/>
                <a:gd name="connsiteX8" fmla="*/ 8703 w 1028023"/>
                <a:gd name="connsiteY8" fmla="*/ 261349 h 1115344"/>
                <a:gd name="connsiteX9" fmla="*/ 513994 w 1028023"/>
                <a:gd name="connsiteY9" fmla="*/ 0 h 1115344"/>
                <a:gd name="connsiteX10" fmla="*/ 964863 w 1028023"/>
                <a:gd name="connsiteY10" fmla="*/ 409483 h 1115344"/>
                <a:gd name="connsiteX11" fmla="*/ 964863 w 1028023"/>
                <a:gd name="connsiteY11" fmla="*/ 762342 h 1115344"/>
                <a:gd name="connsiteX12" fmla="*/ 1028024 w 1028023"/>
                <a:gd name="connsiteY12" fmla="*/ 1112528 h 1115344"/>
                <a:gd name="connsiteX13" fmla="*/ 725290 w 1028023"/>
                <a:gd name="connsiteY13" fmla="*/ 1112528 h 1115344"/>
                <a:gd name="connsiteX14" fmla="*/ 670832 w 1028023"/>
                <a:gd name="connsiteY14" fmla="*/ 897404 h 1115344"/>
                <a:gd name="connsiteX15" fmla="*/ 676104 w 1028023"/>
                <a:gd name="connsiteY15" fmla="*/ 711603 h 1115344"/>
                <a:gd name="connsiteX16" fmla="*/ 676104 w 1028023"/>
                <a:gd name="connsiteY16" fmla="*/ 543715 h 1115344"/>
                <a:gd name="connsiteX17" fmla="*/ 676104 w 1028023"/>
                <a:gd name="connsiteY17" fmla="*/ 543715 h 1115344"/>
                <a:gd name="connsiteX18" fmla="*/ 532339 w 1028023"/>
                <a:gd name="connsiteY18" fmla="*/ 605468 h 1115344"/>
                <a:gd name="connsiteX19" fmla="*/ 308006 w 1028023"/>
                <a:gd name="connsiteY19" fmla="*/ 783468 h 1115344"/>
                <a:gd name="connsiteX20" fmla="*/ 440865 w 1028023"/>
                <a:gd name="connsiteY20" fmla="*/ 918494 h 1115344"/>
                <a:gd name="connsiteX21" fmla="*/ 676104 w 1028023"/>
                <a:gd name="connsiteY21" fmla="*/ 711567 h 111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8023" h="1115344">
                  <a:moveTo>
                    <a:pt x="670832" y="897368"/>
                  </a:moveTo>
                  <a:cubicBezTo>
                    <a:pt x="620093" y="1041639"/>
                    <a:pt x="485681" y="1115345"/>
                    <a:pt x="328879" y="1115345"/>
                  </a:cubicBezTo>
                  <a:cubicBezTo>
                    <a:pt x="119786" y="1115345"/>
                    <a:pt x="0" y="1017154"/>
                    <a:pt x="0" y="836373"/>
                  </a:cubicBezTo>
                  <a:cubicBezTo>
                    <a:pt x="0" y="629447"/>
                    <a:pt x="163374" y="544509"/>
                    <a:pt x="389874" y="498754"/>
                  </a:cubicBezTo>
                  <a:cubicBezTo>
                    <a:pt x="577191" y="459536"/>
                    <a:pt x="659962" y="439963"/>
                    <a:pt x="668665" y="415984"/>
                  </a:cubicBezTo>
                  <a:lnTo>
                    <a:pt x="668665" y="392041"/>
                  </a:lnTo>
                  <a:cubicBezTo>
                    <a:pt x="668665" y="287494"/>
                    <a:pt x="616410" y="224333"/>
                    <a:pt x="483515" y="224333"/>
                  </a:cubicBezTo>
                  <a:cubicBezTo>
                    <a:pt x="350619" y="224333"/>
                    <a:pt x="270052" y="302734"/>
                    <a:pt x="235203" y="383338"/>
                  </a:cubicBezTo>
                  <a:lnTo>
                    <a:pt x="8703" y="261349"/>
                  </a:lnTo>
                  <a:cubicBezTo>
                    <a:pt x="87104" y="100177"/>
                    <a:pt x="278791" y="0"/>
                    <a:pt x="513994" y="0"/>
                  </a:cubicBezTo>
                  <a:cubicBezTo>
                    <a:pt x="821098" y="0"/>
                    <a:pt x="964863" y="143729"/>
                    <a:pt x="964863" y="409483"/>
                  </a:cubicBezTo>
                  <a:lnTo>
                    <a:pt x="964863" y="762342"/>
                  </a:lnTo>
                  <a:cubicBezTo>
                    <a:pt x="964863" y="988841"/>
                    <a:pt x="991008" y="1082013"/>
                    <a:pt x="1028024" y="1112528"/>
                  </a:cubicBezTo>
                  <a:lnTo>
                    <a:pt x="725290" y="1112528"/>
                  </a:lnTo>
                  <a:cubicBezTo>
                    <a:pt x="699144" y="1088585"/>
                    <a:pt x="677368" y="1021560"/>
                    <a:pt x="670832" y="897404"/>
                  </a:cubicBezTo>
                  <a:close/>
                  <a:moveTo>
                    <a:pt x="676104" y="711603"/>
                  </a:moveTo>
                  <a:lnTo>
                    <a:pt x="676104" y="543715"/>
                  </a:lnTo>
                  <a:lnTo>
                    <a:pt x="676104" y="543715"/>
                  </a:lnTo>
                  <a:cubicBezTo>
                    <a:pt x="646564" y="571016"/>
                    <a:pt x="610776" y="581525"/>
                    <a:pt x="532339" y="605468"/>
                  </a:cubicBezTo>
                  <a:cubicBezTo>
                    <a:pt x="384241" y="646853"/>
                    <a:pt x="308006" y="685458"/>
                    <a:pt x="308006" y="783468"/>
                  </a:cubicBezTo>
                  <a:cubicBezTo>
                    <a:pt x="308006" y="870608"/>
                    <a:pt x="369001" y="918494"/>
                    <a:pt x="440865" y="918494"/>
                  </a:cubicBezTo>
                  <a:cubicBezTo>
                    <a:pt x="549782" y="918494"/>
                    <a:pt x="654328" y="837926"/>
                    <a:pt x="676104" y="71156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8ED4DEDA-968A-0245-10A7-6C835C97B764}"/>
                </a:ext>
              </a:extLst>
            </p:cNvPr>
            <p:cNvSpPr/>
            <p:nvPr/>
          </p:nvSpPr>
          <p:spPr>
            <a:xfrm>
              <a:off x="4301487" y="2782401"/>
              <a:ext cx="1066448" cy="1110650"/>
            </a:xfrm>
            <a:custGeom>
              <a:avLst/>
              <a:gdLst>
                <a:gd name="connsiteX0" fmla="*/ 0 w 1066448"/>
                <a:gd name="connsiteY0" fmla="*/ 556390 h 1110650"/>
                <a:gd name="connsiteX1" fmla="*/ 541657 w 1066448"/>
                <a:gd name="connsiteY1" fmla="*/ 0 h 1110650"/>
                <a:gd name="connsiteX2" fmla="*/ 1066448 w 1066448"/>
                <a:gd name="connsiteY2" fmla="*/ 545846 h 1110650"/>
                <a:gd name="connsiteX3" fmla="*/ 526923 w 1066448"/>
                <a:gd name="connsiteY3" fmla="*/ 1110650 h 1110650"/>
                <a:gd name="connsiteX4" fmla="*/ 36 w 1066448"/>
                <a:gd name="connsiteY4" fmla="*/ 556354 h 1110650"/>
                <a:gd name="connsiteX5" fmla="*/ 765051 w 1066448"/>
                <a:gd name="connsiteY5" fmla="*/ 550071 h 1110650"/>
                <a:gd name="connsiteX6" fmla="*/ 537431 w 1066448"/>
                <a:gd name="connsiteY6" fmla="*/ 216569 h 1110650"/>
                <a:gd name="connsiteX7" fmla="*/ 305587 w 1066448"/>
                <a:gd name="connsiteY7" fmla="*/ 547976 h 1110650"/>
                <a:gd name="connsiteX8" fmla="*/ 528981 w 1066448"/>
                <a:gd name="connsiteY8" fmla="*/ 892023 h 1110650"/>
                <a:gd name="connsiteX9" fmla="*/ 765051 w 1066448"/>
                <a:gd name="connsiteY9" fmla="*/ 550071 h 111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6448" h="1110650">
                  <a:moveTo>
                    <a:pt x="0" y="556390"/>
                  </a:moveTo>
                  <a:cubicBezTo>
                    <a:pt x="0" y="238164"/>
                    <a:pt x="198115" y="0"/>
                    <a:pt x="541657" y="0"/>
                  </a:cubicBezTo>
                  <a:cubicBezTo>
                    <a:pt x="885198" y="0"/>
                    <a:pt x="1066448" y="214980"/>
                    <a:pt x="1066448" y="545846"/>
                  </a:cubicBezTo>
                  <a:cubicBezTo>
                    <a:pt x="1066448" y="876711"/>
                    <a:pt x="868333" y="1110650"/>
                    <a:pt x="526923" y="1110650"/>
                  </a:cubicBezTo>
                  <a:cubicBezTo>
                    <a:pt x="185512" y="1110650"/>
                    <a:pt x="36" y="893576"/>
                    <a:pt x="36" y="556354"/>
                  </a:cubicBezTo>
                  <a:close/>
                  <a:moveTo>
                    <a:pt x="765051" y="550071"/>
                  </a:moveTo>
                  <a:cubicBezTo>
                    <a:pt x="765051" y="335091"/>
                    <a:pt x="689177" y="216569"/>
                    <a:pt x="537431" y="216569"/>
                  </a:cubicBezTo>
                  <a:cubicBezTo>
                    <a:pt x="385685" y="216569"/>
                    <a:pt x="305587" y="335127"/>
                    <a:pt x="305587" y="547976"/>
                  </a:cubicBezTo>
                  <a:cubicBezTo>
                    <a:pt x="305587" y="760825"/>
                    <a:pt x="379329" y="892023"/>
                    <a:pt x="528981" y="892023"/>
                  </a:cubicBezTo>
                  <a:cubicBezTo>
                    <a:pt x="678633" y="892023"/>
                    <a:pt x="765051" y="769276"/>
                    <a:pt x="765051" y="55007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4F8A0587-F030-540D-23C1-02DDC0881BFC}"/>
                </a:ext>
              </a:extLst>
            </p:cNvPr>
            <p:cNvSpPr/>
            <p:nvPr/>
          </p:nvSpPr>
          <p:spPr>
            <a:xfrm>
              <a:off x="6410838" y="2808294"/>
              <a:ext cx="1066231" cy="1086021"/>
            </a:xfrm>
            <a:custGeom>
              <a:avLst/>
              <a:gdLst>
                <a:gd name="connsiteX0" fmla="*/ 0 w 1066231"/>
                <a:gd name="connsiteY0" fmla="*/ 1228 h 1086021"/>
                <a:gd name="connsiteX1" fmla="*/ 283955 w 1066231"/>
                <a:gd name="connsiteY1" fmla="*/ 1228 h 1086021"/>
                <a:gd name="connsiteX2" fmla="*/ 526381 w 1066231"/>
                <a:gd name="connsiteY2" fmla="*/ 790691 h 1086021"/>
                <a:gd name="connsiteX3" fmla="*/ 539381 w 1066231"/>
                <a:gd name="connsiteY3" fmla="*/ 790691 h 1086021"/>
                <a:gd name="connsiteX4" fmla="*/ 777545 w 1066231"/>
                <a:gd name="connsiteY4" fmla="*/ 0 h 1086021"/>
                <a:gd name="connsiteX5" fmla="*/ 1066232 w 1066231"/>
                <a:gd name="connsiteY5" fmla="*/ 0 h 1086021"/>
                <a:gd name="connsiteX6" fmla="*/ 675346 w 1066231"/>
                <a:gd name="connsiteY6" fmla="*/ 1086021 h 1086021"/>
                <a:gd name="connsiteX7" fmla="*/ 394821 w 1066231"/>
                <a:gd name="connsiteY7" fmla="*/ 1084866 h 1086021"/>
                <a:gd name="connsiteX8" fmla="*/ 0 w 1066231"/>
                <a:gd name="connsiteY8" fmla="*/ 1228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31" h="1086021">
                  <a:moveTo>
                    <a:pt x="0" y="1228"/>
                  </a:moveTo>
                  <a:lnTo>
                    <a:pt x="283955" y="1228"/>
                  </a:lnTo>
                  <a:lnTo>
                    <a:pt x="526381" y="790691"/>
                  </a:lnTo>
                  <a:lnTo>
                    <a:pt x="539381" y="790691"/>
                  </a:lnTo>
                  <a:lnTo>
                    <a:pt x="777545" y="0"/>
                  </a:lnTo>
                  <a:lnTo>
                    <a:pt x="1066232" y="0"/>
                  </a:lnTo>
                  <a:lnTo>
                    <a:pt x="675346" y="1086021"/>
                  </a:lnTo>
                  <a:lnTo>
                    <a:pt x="394821" y="1084866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B802BE9E-82CA-480C-289E-A2CD1726200A}"/>
                </a:ext>
              </a:extLst>
            </p:cNvPr>
            <p:cNvSpPr/>
            <p:nvPr/>
          </p:nvSpPr>
          <p:spPr>
            <a:xfrm>
              <a:off x="3393430" y="2257682"/>
              <a:ext cx="851865" cy="1636633"/>
            </a:xfrm>
            <a:custGeom>
              <a:avLst/>
              <a:gdLst>
                <a:gd name="connsiteX0" fmla="*/ 561374 w 851865"/>
                <a:gd name="connsiteY0" fmla="*/ 396700 h 1636633"/>
                <a:gd name="connsiteX1" fmla="*/ 717454 w 851865"/>
                <a:gd name="connsiteY1" fmla="*/ 227619 h 1636633"/>
                <a:gd name="connsiteX2" fmla="*/ 851866 w 851865"/>
                <a:gd name="connsiteY2" fmla="*/ 247120 h 1636633"/>
                <a:gd name="connsiteX3" fmla="*/ 851866 w 851865"/>
                <a:gd name="connsiteY3" fmla="*/ 26001 h 1636633"/>
                <a:gd name="connsiteX4" fmla="*/ 648117 w 851865"/>
                <a:gd name="connsiteY4" fmla="*/ 0 h 1636633"/>
                <a:gd name="connsiteX5" fmla="*/ 277419 w 851865"/>
                <a:gd name="connsiteY5" fmla="*/ 381496 h 1636633"/>
                <a:gd name="connsiteX6" fmla="*/ 277419 w 851865"/>
                <a:gd name="connsiteY6" fmla="*/ 550576 h 1636633"/>
                <a:gd name="connsiteX7" fmla="*/ 85226 w 851865"/>
                <a:gd name="connsiteY7" fmla="*/ 550576 h 1636633"/>
                <a:gd name="connsiteX8" fmla="*/ 0 w 851865"/>
                <a:gd name="connsiteY8" fmla="*/ 784696 h 1636633"/>
                <a:gd name="connsiteX9" fmla="*/ 277419 w 851865"/>
                <a:gd name="connsiteY9" fmla="*/ 784696 h 1636633"/>
                <a:gd name="connsiteX10" fmla="*/ 277419 w 851865"/>
                <a:gd name="connsiteY10" fmla="*/ 1636634 h 1636633"/>
                <a:gd name="connsiteX11" fmla="*/ 561410 w 851865"/>
                <a:gd name="connsiteY11" fmla="*/ 1636634 h 1636633"/>
                <a:gd name="connsiteX12" fmla="*/ 561410 w 851865"/>
                <a:gd name="connsiteY12" fmla="*/ 767831 h 1636633"/>
                <a:gd name="connsiteX13" fmla="*/ 552743 w 851865"/>
                <a:gd name="connsiteY13" fmla="*/ 784732 h 1636633"/>
                <a:gd name="connsiteX14" fmla="*/ 822650 w 851865"/>
                <a:gd name="connsiteY14" fmla="*/ 784732 h 1636633"/>
                <a:gd name="connsiteX15" fmla="*/ 822650 w 851865"/>
                <a:gd name="connsiteY15" fmla="*/ 550612 h 1636633"/>
                <a:gd name="connsiteX16" fmla="*/ 552743 w 851865"/>
                <a:gd name="connsiteY16" fmla="*/ 550612 h 1636633"/>
                <a:gd name="connsiteX17" fmla="*/ 561410 w 851865"/>
                <a:gd name="connsiteY17" fmla="*/ 585281 h 1636633"/>
                <a:gd name="connsiteX18" fmla="*/ 561410 w 851865"/>
                <a:gd name="connsiteY18" fmla="*/ 396700 h 163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1865" h="1636633">
                  <a:moveTo>
                    <a:pt x="561374" y="396700"/>
                  </a:moveTo>
                  <a:cubicBezTo>
                    <a:pt x="561374" y="273157"/>
                    <a:pt x="602543" y="227619"/>
                    <a:pt x="717454" y="227619"/>
                  </a:cubicBezTo>
                  <a:cubicBezTo>
                    <a:pt x="769492" y="227619"/>
                    <a:pt x="814995" y="236286"/>
                    <a:pt x="851866" y="247120"/>
                  </a:cubicBezTo>
                  <a:lnTo>
                    <a:pt x="851866" y="26001"/>
                  </a:lnTo>
                  <a:cubicBezTo>
                    <a:pt x="810697" y="15167"/>
                    <a:pt x="758658" y="0"/>
                    <a:pt x="648117" y="0"/>
                  </a:cubicBezTo>
                  <a:cubicBezTo>
                    <a:pt x="403164" y="0"/>
                    <a:pt x="277419" y="145246"/>
                    <a:pt x="277419" y="381496"/>
                  </a:cubicBezTo>
                  <a:lnTo>
                    <a:pt x="277419" y="550576"/>
                  </a:lnTo>
                  <a:lnTo>
                    <a:pt x="85226" y="550576"/>
                  </a:lnTo>
                  <a:lnTo>
                    <a:pt x="0" y="784696"/>
                  </a:lnTo>
                  <a:lnTo>
                    <a:pt x="277419" y="784696"/>
                  </a:lnTo>
                  <a:lnTo>
                    <a:pt x="277419" y="1636634"/>
                  </a:lnTo>
                  <a:lnTo>
                    <a:pt x="561410" y="1636634"/>
                  </a:lnTo>
                  <a:lnTo>
                    <a:pt x="561410" y="767831"/>
                  </a:lnTo>
                  <a:lnTo>
                    <a:pt x="552743" y="784732"/>
                  </a:lnTo>
                  <a:lnTo>
                    <a:pt x="822650" y="784732"/>
                  </a:lnTo>
                  <a:lnTo>
                    <a:pt x="822650" y="550612"/>
                  </a:lnTo>
                  <a:lnTo>
                    <a:pt x="552743" y="550612"/>
                  </a:lnTo>
                  <a:lnTo>
                    <a:pt x="561410" y="585281"/>
                  </a:lnTo>
                  <a:lnTo>
                    <a:pt x="561410" y="39670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EEAD676F-0023-B1E7-B887-BF60C17368A5}"/>
                </a:ext>
              </a:extLst>
            </p:cNvPr>
            <p:cNvSpPr/>
            <p:nvPr/>
          </p:nvSpPr>
          <p:spPr>
            <a:xfrm>
              <a:off x="5437019" y="2809522"/>
              <a:ext cx="840273" cy="1083529"/>
            </a:xfrm>
            <a:custGeom>
              <a:avLst/>
              <a:gdLst>
                <a:gd name="connsiteX0" fmla="*/ 826190 w 840273"/>
                <a:gd name="connsiteY0" fmla="*/ 2492 h 1083529"/>
                <a:gd name="connsiteX1" fmla="*/ 462100 w 840273"/>
                <a:gd name="connsiteY1" fmla="*/ 341700 h 1083529"/>
                <a:gd name="connsiteX2" fmla="*/ 453108 w 840273"/>
                <a:gd name="connsiteY2" fmla="*/ 341772 h 1083529"/>
                <a:gd name="connsiteX3" fmla="*/ 464158 w 840273"/>
                <a:gd name="connsiteY3" fmla="*/ 154780 h 1083529"/>
                <a:gd name="connsiteX4" fmla="*/ 463870 w 840273"/>
                <a:gd name="connsiteY4" fmla="*/ 0 h 1083529"/>
                <a:gd name="connsiteX5" fmla="*/ 82410 w 840273"/>
                <a:gd name="connsiteY5" fmla="*/ 0 h 1083529"/>
                <a:gd name="connsiteX6" fmla="*/ 0 w 840273"/>
                <a:gd name="connsiteY6" fmla="*/ 224875 h 1083529"/>
                <a:gd name="connsiteX7" fmla="*/ 212849 w 840273"/>
                <a:gd name="connsiteY7" fmla="*/ 224875 h 1083529"/>
                <a:gd name="connsiteX8" fmla="*/ 212849 w 840273"/>
                <a:gd name="connsiteY8" fmla="*/ 1083530 h 1083529"/>
                <a:gd name="connsiteX9" fmla="*/ 488535 w 840273"/>
                <a:gd name="connsiteY9" fmla="*/ 1083530 h 1083529"/>
                <a:gd name="connsiteX10" fmla="*/ 488535 w 840273"/>
                <a:gd name="connsiteY10" fmla="*/ 684266 h 1083529"/>
                <a:gd name="connsiteX11" fmla="*/ 760970 w 840273"/>
                <a:gd name="connsiteY11" fmla="*/ 332708 h 1083529"/>
                <a:gd name="connsiteX12" fmla="*/ 840274 w 840273"/>
                <a:gd name="connsiteY12" fmla="*/ 332708 h 1083529"/>
                <a:gd name="connsiteX13" fmla="*/ 840274 w 840273"/>
                <a:gd name="connsiteY13" fmla="*/ 2456 h 1083529"/>
                <a:gd name="connsiteX14" fmla="*/ 826153 w 840273"/>
                <a:gd name="connsiteY14" fmla="*/ 2456 h 108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0273" h="1083529">
                  <a:moveTo>
                    <a:pt x="826190" y="2492"/>
                  </a:moveTo>
                  <a:cubicBezTo>
                    <a:pt x="640786" y="2492"/>
                    <a:pt x="490918" y="119786"/>
                    <a:pt x="462100" y="341700"/>
                  </a:cubicBezTo>
                  <a:lnTo>
                    <a:pt x="453108" y="341772"/>
                  </a:lnTo>
                  <a:lnTo>
                    <a:pt x="464158" y="154780"/>
                  </a:lnTo>
                  <a:lnTo>
                    <a:pt x="463870" y="0"/>
                  </a:lnTo>
                  <a:lnTo>
                    <a:pt x="82410" y="0"/>
                  </a:lnTo>
                  <a:lnTo>
                    <a:pt x="0" y="224875"/>
                  </a:lnTo>
                  <a:lnTo>
                    <a:pt x="212849" y="224875"/>
                  </a:lnTo>
                  <a:lnTo>
                    <a:pt x="212849" y="1083530"/>
                  </a:lnTo>
                  <a:lnTo>
                    <a:pt x="488535" y="1083530"/>
                  </a:lnTo>
                  <a:lnTo>
                    <a:pt x="488535" y="684266"/>
                  </a:lnTo>
                  <a:cubicBezTo>
                    <a:pt x="488535" y="440432"/>
                    <a:pt x="517894" y="332708"/>
                    <a:pt x="760970" y="332708"/>
                  </a:cubicBezTo>
                  <a:lnTo>
                    <a:pt x="840274" y="332708"/>
                  </a:lnTo>
                  <a:lnTo>
                    <a:pt x="840274" y="2456"/>
                  </a:lnTo>
                  <a:lnTo>
                    <a:pt x="826153" y="2456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02859E04-50D8-F5F7-404F-7D4CEAA6F7BA}"/>
                </a:ext>
              </a:extLst>
            </p:cNvPr>
            <p:cNvSpPr/>
            <p:nvPr/>
          </p:nvSpPr>
          <p:spPr>
            <a:xfrm>
              <a:off x="7188817" y="4190765"/>
              <a:ext cx="848471" cy="1094074"/>
            </a:xfrm>
            <a:custGeom>
              <a:avLst/>
              <a:gdLst>
                <a:gd name="connsiteX0" fmla="*/ 834171 w 848471"/>
                <a:gd name="connsiteY0" fmla="*/ 2528 h 1094074"/>
                <a:gd name="connsiteX1" fmla="*/ 466542 w 848471"/>
                <a:gd name="connsiteY1" fmla="*/ 345022 h 1094074"/>
                <a:gd name="connsiteX2" fmla="*/ 457478 w 848471"/>
                <a:gd name="connsiteY2" fmla="*/ 345094 h 1094074"/>
                <a:gd name="connsiteX3" fmla="*/ 468636 w 848471"/>
                <a:gd name="connsiteY3" fmla="*/ 156296 h 1094074"/>
                <a:gd name="connsiteX4" fmla="*/ 468348 w 848471"/>
                <a:gd name="connsiteY4" fmla="*/ 0 h 1094074"/>
                <a:gd name="connsiteX5" fmla="*/ 83204 w 848471"/>
                <a:gd name="connsiteY5" fmla="*/ 0 h 1094074"/>
                <a:gd name="connsiteX6" fmla="*/ 0 w 848471"/>
                <a:gd name="connsiteY6" fmla="*/ 227078 h 1094074"/>
                <a:gd name="connsiteX7" fmla="*/ 214944 w 848471"/>
                <a:gd name="connsiteY7" fmla="*/ 227078 h 1094074"/>
                <a:gd name="connsiteX8" fmla="*/ 214944 w 848471"/>
                <a:gd name="connsiteY8" fmla="*/ 1094075 h 1094074"/>
                <a:gd name="connsiteX9" fmla="*/ 493302 w 848471"/>
                <a:gd name="connsiteY9" fmla="*/ 1094075 h 1094074"/>
                <a:gd name="connsiteX10" fmla="*/ 493302 w 848471"/>
                <a:gd name="connsiteY10" fmla="*/ 690911 h 1094074"/>
                <a:gd name="connsiteX11" fmla="*/ 768409 w 848471"/>
                <a:gd name="connsiteY11" fmla="*/ 335958 h 1094074"/>
                <a:gd name="connsiteX12" fmla="*/ 848471 w 848471"/>
                <a:gd name="connsiteY12" fmla="*/ 335958 h 1094074"/>
                <a:gd name="connsiteX13" fmla="*/ 848471 w 848471"/>
                <a:gd name="connsiteY13" fmla="*/ 2528 h 1094074"/>
                <a:gd name="connsiteX14" fmla="*/ 834207 w 848471"/>
                <a:gd name="connsiteY14" fmla="*/ 2528 h 109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8471" h="1094074">
                  <a:moveTo>
                    <a:pt x="834171" y="2528"/>
                  </a:moveTo>
                  <a:cubicBezTo>
                    <a:pt x="646962" y="2528"/>
                    <a:pt x="495649" y="120942"/>
                    <a:pt x="466542" y="345022"/>
                  </a:cubicBezTo>
                  <a:lnTo>
                    <a:pt x="457478" y="345094"/>
                  </a:lnTo>
                  <a:lnTo>
                    <a:pt x="468636" y="156296"/>
                  </a:lnTo>
                  <a:lnTo>
                    <a:pt x="468348" y="0"/>
                  </a:lnTo>
                  <a:lnTo>
                    <a:pt x="83204" y="0"/>
                  </a:lnTo>
                  <a:lnTo>
                    <a:pt x="0" y="227078"/>
                  </a:lnTo>
                  <a:lnTo>
                    <a:pt x="214944" y="227078"/>
                  </a:lnTo>
                  <a:lnTo>
                    <a:pt x="214944" y="1094075"/>
                  </a:lnTo>
                  <a:lnTo>
                    <a:pt x="493302" y="1094075"/>
                  </a:lnTo>
                  <a:lnTo>
                    <a:pt x="493302" y="690911"/>
                  </a:lnTo>
                  <a:cubicBezTo>
                    <a:pt x="493302" y="444730"/>
                    <a:pt x="522950" y="335958"/>
                    <a:pt x="768409" y="335958"/>
                  </a:cubicBezTo>
                  <a:lnTo>
                    <a:pt x="848471" y="335958"/>
                  </a:lnTo>
                  <a:lnTo>
                    <a:pt x="848471" y="2528"/>
                  </a:lnTo>
                  <a:lnTo>
                    <a:pt x="834207" y="25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7C4C5FB1-EA57-E353-61B1-B818CB80E75C}"/>
                </a:ext>
              </a:extLst>
            </p:cNvPr>
            <p:cNvSpPr/>
            <p:nvPr/>
          </p:nvSpPr>
          <p:spPr>
            <a:xfrm>
              <a:off x="7359955" y="2808294"/>
              <a:ext cx="682026" cy="1086021"/>
            </a:xfrm>
            <a:custGeom>
              <a:avLst/>
              <a:gdLst>
                <a:gd name="connsiteX0" fmla="*/ 0 w 682026"/>
                <a:gd name="connsiteY0" fmla="*/ 1086021 h 1086021"/>
                <a:gd name="connsiteX1" fmla="*/ 286772 w 682026"/>
                <a:gd name="connsiteY1" fmla="*/ 1086021 h 1086021"/>
                <a:gd name="connsiteX2" fmla="*/ 682027 w 682026"/>
                <a:gd name="connsiteY2" fmla="*/ 0 h 1086021"/>
                <a:gd name="connsiteX3" fmla="*/ 395291 w 682026"/>
                <a:gd name="connsiteY3" fmla="*/ 0 h 1086021"/>
                <a:gd name="connsiteX4" fmla="*/ 0 w 682026"/>
                <a:gd name="connsiteY4" fmla="*/ 1086021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026" h="1086021">
                  <a:moveTo>
                    <a:pt x="0" y="1086021"/>
                  </a:moveTo>
                  <a:lnTo>
                    <a:pt x="286772" y="1086021"/>
                  </a:lnTo>
                  <a:lnTo>
                    <a:pt x="682027" y="0"/>
                  </a:lnTo>
                  <a:lnTo>
                    <a:pt x="395291" y="0"/>
                  </a:lnTo>
                  <a:lnTo>
                    <a:pt x="0" y="1086021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655B96E2-403C-A6ED-C7FF-8879EAD96F4E}"/>
                </a:ext>
              </a:extLst>
            </p:cNvPr>
            <p:cNvSpPr/>
            <p:nvPr/>
          </p:nvSpPr>
          <p:spPr>
            <a:xfrm>
              <a:off x="3838015" y="4167870"/>
              <a:ext cx="1029649" cy="1116969"/>
            </a:xfrm>
            <a:custGeom>
              <a:avLst/>
              <a:gdLst>
                <a:gd name="connsiteX0" fmla="*/ 671879 w 1029649"/>
                <a:gd name="connsiteY0" fmla="*/ 898668 h 1116969"/>
                <a:gd name="connsiteX1" fmla="*/ 329385 w 1029649"/>
                <a:gd name="connsiteY1" fmla="*/ 1116970 h 1116969"/>
                <a:gd name="connsiteX2" fmla="*/ 0 w 1029649"/>
                <a:gd name="connsiteY2" fmla="*/ 837601 h 1116969"/>
                <a:gd name="connsiteX3" fmla="*/ 390452 w 1029649"/>
                <a:gd name="connsiteY3" fmla="*/ 499477 h 1116969"/>
                <a:gd name="connsiteX4" fmla="*/ 669676 w 1029649"/>
                <a:gd name="connsiteY4" fmla="*/ 416598 h 1116969"/>
                <a:gd name="connsiteX5" fmla="*/ 669676 w 1029649"/>
                <a:gd name="connsiteY5" fmla="*/ 392619 h 1116969"/>
                <a:gd name="connsiteX6" fmla="*/ 484273 w 1029649"/>
                <a:gd name="connsiteY6" fmla="*/ 224658 h 1116969"/>
                <a:gd name="connsiteX7" fmla="*/ 235600 w 1029649"/>
                <a:gd name="connsiteY7" fmla="*/ 383916 h 1116969"/>
                <a:gd name="connsiteX8" fmla="*/ 8739 w 1029649"/>
                <a:gd name="connsiteY8" fmla="*/ 261746 h 1116969"/>
                <a:gd name="connsiteX9" fmla="*/ 514825 w 1029649"/>
                <a:gd name="connsiteY9" fmla="*/ 0 h 1116969"/>
                <a:gd name="connsiteX10" fmla="*/ 966379 w 1029649"/>
                <a:gd name="connsiteY10" fmla="*/ 410097 h 1116969"/>
                <a:gd name="connsiteX11" fmla="*/ 966379 w 1029649"/>
                <a:gd name="connsiteY11" fmla="*/ 763498 h 1116969"/>
                <a:gd name="connsiteX12" fmla="*/ 1029649 w 1029649"/>
                <a:gd name="connsiteY12" fmla="*/ 1114189 h 1116969"/>
                <a:gd name="connsiteX13" fmla="*/ 726446 w 1029649"/>
                <a:gd name="connsiteY13" fmla="*/ 1114189 h 1116969"/>
                <a:gd name="connsiteX14" fmla="*/ 671915 w 1029649"/>
                <a:gd name="connsiteY14" fmla="*/ 898740 h 1116969"/>
                <a:gd name="connsiteX15" fmla="*/ 677152 w 1029649"/>
                <a:gd name="connsiteY15" fmla="*/ 712615 h 1116969"/>
                <a:gd name="connsiteX16" fmla="*/ 677152 w 1029649"/>
                <a:gd name="connsiteY16" fmla="*/ 544473 h 1116969"/>
                <a:gd name="connsiteX17" fmla="*/ 677152 w 1029649"/>
                <a:gd name="connsiteY17" fmla="*/ 544473 h 1116969"/>
                <a:gd name="connsiteX18" fmla="*/ 533170 w 1029649"/>
                <a:gd name="connsiteY18" fmla="*/ 606334 h 1116969"/>
                <a:gd name="connsiteX19" fmla="*/ 308476 w 1029649"/>
                <a:gd name="connsiteY19" fmla="*/ 784588 h 1116969"/>
                <a:gd name="connsiteX20" fmla="*/ 441552 w 1029649"/>
                <a:gd name="connsiteY20" fmla="*/ 919830 h 1116969"/>
                <a:gd name="connsiteX21" fmla="*/ 677152 w 1029649"/>
                <a:gd name="connsiteY21" fmla="*/ 712615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9649" h="1116969">
                  <a:moveTo>
                    <a:pt x="671879" y="898668"/>
                  </a:moveTo>
                  <a:cubicBezTo>
                    <a:pt x="621068" y="1043155"/>
                    <a:pt x="486476" y="1116970"/>
                    <a:pt x="329385" y="1116970"/>
                  </a:cubicBezTo>
                  <a:cubicBezTo>
                    <a:pt x="119967" y="1116970"/>
                    <a:pt x="0" y="1018635"/>
                    <a:pt x="0" y="837601"/>
                  </a:cubicBezTo>
                  <a:cubicBezTo>
                    <a:pt x="0" y="630350"/>
                    <a:pt x="163591" y="545304"/>
                    <a:pt x="390452" y="499477"/>
                  </a:cubicBezTo>
                  <a:cubicBezTo>
                    <a:pt x="578058" y="460222"/>
                    <a:pt x="660937" y="440577"/>
                    <a:pt x="669676" y="416598"/>
                  </a:cubicBezTo>
                  <a:lnTo>
                    <a:pt x="669676" y="392619"/>
                  </a:lnTo>
                  <a:cubicBezTo>
                    <a:pt x="669676" y="287928"/>
                    <a:pt x="617313" y="224658"/>
                    <a:pt x="484273" y="224658"/>
                  </a:cubicBezTo>
                  <a:cubicBezTo>
                    <a:pt x="351233" y="224658"/>
                    <a:pt x="270485" y="303167"/>
                    <a:pt x="235600" y="383916"/>
                  </a:cubicBezTo>
                  <a:lnTo>
                    <a:pt x="8739" y="261746"/>
                  </a:lnTo>
                  <a:cubicBezTo>
                    <a:pt x="87285" y="100321"/>
                    <a:pt x="279224" y="0"/>
                    <a:pt x="514825" y="0"/>
                  </a:cubicBezTo>
                  <a:cubicBezTo>
                    <a:pt x="822398" y="0"/>
                    <a:pt x="966379" y="143982"/>
                    <a:pt x="966379" y="410097"/>
                  </a:cubicBezTo>
                  <a:lnTo>
                    <a:pt x="966379" y="763498"/>
                  </a:lnTo>
                  <a:cubicBezTo>
                    <a:pt x="966379" y="990358"/>
                    <a:pt x="992561" y="1083674"/>
                    <a:pt x="1029649" y="1114189"/>
                  </a:cubicBezTo>
                  <a:lnTo>
                    <a:pt x="726446" y="1114189"/>
                  </a:lnTo>
                  <a:cubicBezTo>
                    <a:pt x="700264" y="1090210"/>
                    <a:pt x="678452" y="1023077"/>
                    <a:pt x="671915" y="898740"/>
                  </a:cubicBezTo>
                  <a:close/>
                  <a:moveTo>
                    <a:pt x="677152" y="712615"/>
                  </a:moveTo>
                  <a:lnTo>
                    <a:pt x="677152" y="544473"/>
                  </a:lnTo>
                  <a:lnTo>
                    <a:pt x="677152" y="544473"/>
                  </a:lnTo>
                  <a:cubicBezTo>
                    <a:pt x="647575" y="571811"/>
                    <a:pt x="611715" y="582356"/>
                    <a:pt x="533170" y="606334"/>
                  </a:cubicBezTo>
                  <a:cubicBezTo>
                    <a:pt x="384855" y="647792"/>
                    <a:pt x="308476" y="686433"/>
                    <a:pt x="308476" y="784588"/>
                  </a:cubicBezTo>
                  <a:cubicBezTo>
                    <a:pt x="308476" y="871836"/>
                    <a:pt x="369543" y="919830"/>
                    <a:pt x="441552" y="919830"/>
                  </a:cubicBezTo>
                  <a:cubicBezTo>
                    <a:pt x="550612" y="919830"/>
                    <a:pt x="655340" y="839118"/>
                    <a:pt x="677152" y="71261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Freihandform: Form 31">
              <a:extLst>
                <a:ext uri="{FF2B5EF4-FFF2-40B4-BE49-F238E27FC236}">
                  <a16:creationId xmlns:a16="http://schemas.microsoft.com/office/drawing/2014/main" id="{883AEAA9-29EB-9575-C012-9AAE3EC43B28}"/>
                </a:ext>
              </a:extLst>
            </p:cNvPr>
            <p:cNvSpPr/>
            <p:nvPr/>
          </p:nvSpPr>
          <p:spPr>
            <a:xfrm>
              <a:off x="8099474" y="4191379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7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6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7"/>
                    <a:pt x="438410" y="1100177"/>
                  </a:cubicBezTo>
                  <a:cubicBezTo>
                    <a:pt x="257159" y="1100177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99437C38-428C-0EBA-33B8-34BCB90BB48D}"/>
                </a:ext>
              </a:extLst>
            </p:cNvPr>
            <p:cNvSpPr/>
            <p:nvPr/>
          </p:nvSpPr>
          <p:spPr>
            <a:xfrm>
              <a:off x="8099474" y="2807536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8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7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8"/>
                    <a:pt x="438410" y="1100178"/>
                  </a:cubicBezTo>
                  <a:cubicBezTo>
                    <a:pt x="257159" y="1100178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C80E182E-4F75-1597-4A6C-63079D599AD1}"/>
              </a:ext>
            </a:extLst>
          </p:cNvPr>
          <p:cNvCxnSpPr/>
          <p:nvPr/>
        </p:nvCxnSpPr>
        <p:spPr>
          <a:xfrm>
            <a:off x="0" y="306288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2" name="Aussageueberschrift"/>
          <p:cNvSpPr txBox="1"/>
          <p:nvPr/>
        </p:nvSpPr>
        <p:spPr>
          <a:xfrm>
            <a:off x="301752" y="384048"/>
            <a:ext cx="1158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chemeClr val="bg1"/>
                </a:solidFill>
                <a:latin typeface="Arial"/>
              </a:rPr>
              <a:t>Vier Handlungsfelder strukturieren die Analyse der FESG-Transformation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572853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F0436-9650-D9E8-4BE7-44BDC61D8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AD2C37FC-6845-F20D-FD14-1659A96D087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99" imgH="499" progId="TCLayout.ActiveDocument.1">
                  <p:embed/>
                </p:oleObj>
              </mc:Choice>
              <mc:Fallback>
                <p:oleObj name="think-cell Folie" r:id="rId4" imgW="499" imgH="499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D2C37FC-6845-F20D-FD14-1659A96D08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A1F8CD2-B6B9-C139-806F-7E8E52513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4822" y="6405023"/>
            <a:ext cx="1260000" cy="270000"/>
          </a:xfrm>
        </p:spPr>
        <p:txBody>
          <a:bodyPr/>
          <a:lstStyle/>
          <a:p>
            <a:r>
              <a:rPr lang="de-DE">
                <a:solidFill>
                  <a:schemeClr val="bg1"/>
                </a:solidFill>
              </a:rPr>
              <a:t>16.07.2026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A15B9DA-5C03-E09F-14E2-853A1BD1B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FESG Transformationsprojekt – Zwischenergebnisse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1DB057-1D9F-EE8C-EB50-DEEFF82A9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F72635C-F6FE-D96A-BA8F-6816DD865805}"/>
              </a:ext>
            </a:extLst>
          </p:cNvPr>
          <p:cNvSpPr txBox="1"/>
          <p:nvPr/>
        </p:nvSpPr>
        <p:spPr>
          <a:xfrm>
            <a:off x="1292818" y="-1488"/>
            <a:ext cx="1136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01 | Kontext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FDEA904-804A-24B2-D8D0-CDF3B2AA221B}"/>
              </a:ext>
            </a:extLst>
          </p:cNvPr>
          <p:cNvSpPr txBox="1"/>
          <p:nvPr/>
        </p:nvSpPr>
        <p:spPr>
          <a:xfrm>
            <a:off x="3159326" y="-1489"/>
            <a:ext cx="122982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r>
              <a:rPr lang="de-DE"/>
              <a:t>02 | Struktur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EB88ECE-08B7-CF3D-0EDF-5E8CCC0571AA}"/>
              </a:ext>
            </a:extLst>
          </p:cNvPr>
          <p:cNvSpPr txBox="1"/>
          <p:nvPr/>
        </p:nvSpPr>
        <p:spPr>
          <a:xfrm>
            <a:off x="7339582" y="-1489"/>
            <a:ext cx="13452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04 | Prioritäten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1A87DA5-99DC-43DC-161E-1020B9701EF0}"/>
              </a:ext>
            </a:extLst>
          </p:cNvPr>
          <p:cNvSpPr txBox="1"/>
          <p:nvPr/>
        </p:nvSpPr>
        <p:spPr>
          <a:xfrm>
            <a:off x="5045071" y="-1489"/>
            <a:ext cx="15648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03 | Erkenntnisse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B408416-0D32-EB6B-DDEB-FB52791C4942}"/>
              </a:ext>
            </a:extLst>
          </p:cNvPr>
          <p:cNvSpPr txBox="1"/>
          <p:nvPr/>
        </p:nvSpPr>
        <p:spPr>
          <a:xfrm>
            <a:off x="9414480" y="-1489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05 | Empfehlungen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D0EFA51-C205-94D0-6FC5-D96B72DD005B}"/>
              </a:ext>
            </a:extLst>
          </p:cNvPr>
          <p:cNvSpPr/>
          <p:nvPr/>
        </p:nvSpPr>
        <p:spPr>
          <a:xfrm>
            <a:off x="3985097" y="1307398"/>
            <a:ext cx="5875876" cy="954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bg1"/>
                </a:solidFill>
              </a:rPr>
              <a:t>Sind E2E-Prozesse harmonisiert?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bg1"/>
                </a:solidFill>
              </a:rPr>
              <a:t>Wo entstehen Medienbrüche und manuelle Tätigkeiten?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bg1"/>
                </a:solidFill>
              </a:rPr>
              <a:t>Sind Prozesse für Wachstum skalierbar?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CA35DA7-51B0-B54F-012C-D024D7402A66}"/>
              </a:ext>
            </a:extLst>
          </p:cNvPr>
          <p:cNvSpPr/>
          <p:nvPr/>
        </p:nvSpPr>
        <p:spPr>
          <a:xfrm>
            <a:off x="3985097" y="2399865"/>
            <a:ext cx="4813200" cy="954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bg1"/>
                </a:solidFill>
              </a:rPr>
              <a:t>Sind Verantwortlichkeiten eindeutig?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bg1"/>
                </a:solidFill>
              </a:rPr>
              <a:t>Gibt</a:t>
            </a:r>
            <a:r>
              <a:rPr lang="en-US" sz="1400">
                <a:solidFill>
                  <a:schemeClr val="bg1"/>
                </a:solidFill>
              </a:rPr>
              <a:t> es E2E Process Owner?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bg1"/>
                </a:solidFill>
              </a:rPr>
              <a:t>Existieren </a:t>
            </a:r>
            <a:r>
              <a:rPr lang="de-DE" sz="1400" err="1">
                <a:solidFill>
                  <a:schemeClr val="bg1"/>
                </a:solidFill>
              </a:rPr>
              <a:t>Governance</a:t>
            </a:r>
            <a:r>
              <a:rPr lang="de-DE" sz="1400">
                <a:solidFill>
                  <a:schemeClr val="bg1"/>
                </a:solidFill>
              </a:rPr>
              <a:t>- und Kontrollmechanismen?</a:t>
            </a:r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4E6B11B1-3FB8-C7B9-83BB-F823487035BC}"/>
              </a:ext>
            </a:extLst>
          </p:cNvPr>
          <p:cNvCxnSpPr>
            <a:cxnSpLocks/>
          </p:cNvCxnSpPr>
          <p:nvPr/>
        </p:nvCxnSpPr>
        <p:spPr>
          <a:xfrm flipV="1">
            <a:off x="3712990" y="1258888"/>
            <a:ext cx="0" cy="469407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CB437C3A-9A88-5C95-A312-951699C71B45}"/>
              </a:ext>
            </a:extLst>
          </p:cNvPr>
          <p:cNvCxnSpPr>
            <a:cxnSpLocks/>
          </p:cNvCxnSpPr>
          <p:nvPr/>
        </p:nvCxnSpPr>
        <p:spPr>
          <a:xfrm flipV="1">
            <a:off x="304800" y="1256133"/>
            <a:ext cx="0" cy="469683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9A459AF5-778D-FE89-21CD-29AD56833376}"/>
              </a:ext>
            </a:extLst>
          </p:cNvPr>
          <p:cNvCxnSpPr>
            <a:cxnSpLocks/>
          </p:cNvCxnSpPr>
          <p:nvPr/>
        </p:nvCxnSpPr>
        <p:spPr>
          <a:xfrm flipV="1">
            <a:off x="11885867" y="1258888"/>
            <a:ext cx="0" cy="469407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2C104293-FAF8-6CF8-EA64-8D6A7A6E0F30}"/>
              </a:ext>
            </a:extLst>
          </p:cNvPr>
          <p:cNvCxnSpPr/>
          <p:nvPr/>
        </p:nvCxnSpPr>
        <p:spPr>
          <a:xfrm>
            <a:off x="0" y="5952965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5" name="Rechteck 34">
            <a:extLst>
              <a:ext uri="{FF2B5EF4-FFF2-40B4-BE49-F238E27FC236}">
                <a16:creationId xmlns:a16="http://schemas.microsoft.com/office/drawing/2014/main" id="{42949FF3-1A3C-77B3-6ABE-B21C8F41E777}"/>
              </a:ext>
            </a:extLst>
          </p:cNvPr>
          <p:cNvSpPr/>
          <p:nvPr/>
        </p:nvSpPr>
        <p:spPr>
          <a:xfrm>
            <a:off x="3985097" y="4826838"/>
            <a:ext cx="4813200" cy="954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bg1"/>
                </a:solidFill>
              </a:rPr>
              <a:t>Sind Systeme ausreichend integriert?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bg1"/>
                </a:solidFill>
              </a:rPr>
              <a:t>Existiert eine Zielarchitektur?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bg1"/>
                </a:solidFill>
              </a:rPr>
              <a:t>Wo bestehen Automatisierungspotenziale?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133E9072-DC00-CB4B-5105-A0792BD2F049}"/>
              </a:ext>
            </a:extLst>
          </p:cNvPr>
          <p:cNvCxnSpPr/>
          <p:nvPr/>
        </p:nvCxnSpPr>
        <p:spPr>
          <a:xfrm>
            <a:off x="0" y="1258888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46859EF3-4979-4DF4-E3F0-E80E7B57FBBA}"/>
              </a:ext>
            </a:extLst>
          </p:cNvPr>
          <p:cNvSpPr/>
          <p:nvPr/>
        </p:nvSpPr>
        <p:spPr>
          <a:xfrm>
            <a:off x="3985097" y="3596010"/>
            <a:ext cx="4813200" cy="954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bg1"/>
                </a:solidFill>
              </a:rPr>
              <a:t>Sind KPIs einheitlich definiert?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bg1"/>
                </a:solidFill>
              </a:rPr>
              <a:t>Existiert eine einheitliche Datengrundlage?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>
                <a:solidFill>
                  <a:schemeClr val="bg1"/>
                </a:solidFill>
              </a:rPr>
              <a:t>Ist die Datenqualität ausreichend?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113EB32-B85D-95A6-28DB-18F06291D2D5}"/>
              </a:ext>
            </a:extLst>
          </p:cNvPr>
          <p:cNvSpPr/>
          <p:nvPr/>
        </p:nvSpPr>
        <p:spPr>
          <a:xfrm>
            <a:off x="740434" y="1488553"/>
            <a:ext cx="2869223" cy="384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cap="small">
                <a:solidFill>
                  <a:schemeClr val="bg1"/>
                </a:solidFill>
              </a:rPr>
              <a:t>Operating Model &amp; Prozesse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9B411EA9-F80F-64A0-CC27-35F839CC27D6}"/>
              </a:ext>
            </a:extLst>
          </p:cNvPr>
          <p:cNvSpPr/>
          <p:nvPr/>
        </p:nvSpPr>
        <p:spPr>
          <a:xfrm>
            <a:off x="740434" y="2684699"/>
            <a:ext cx="2869223" cy="384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cap="small">
                <a:solidFill>
                  <a:schemeClr val="bg1"/>
                </a:solidFill>
              </a:rPr>
              <a:t>Governance, Rollen, Kontrollen 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CBCAAEDE-BBAB-9B93-E63B-7081332F047B}"/>
              </a:ext>
            </a:extLst>
          </p:cNvPr>
          <p:cNvSpPr/>
          <p:nvPr/>
        </p:nvSpPr>
        <p:spPr>
          <a:xfrm>
            <a:off x="740434" y="5111673"/>
            <a:ext cx="2869223" cy="384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cap="small">
                <a:solidFill>
                  <a:schemeClr val="bg1"/>
                </a:solidFill>
              </a:rPr>
              <a:t>Daten &amp; KPIs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0F7D94F8-C4FF-2EE7-FD36-D02146D3950D}"/>
              </a:ext>
            </a:extLst>
          </p:cNvPr>
          <p:cNvSpPr/>
          <p:nvPr/>
        </p:nvSpPr>
        <p:spPr>
          <a:xfrm>
            <a:off x="740434" y="3880845"/>
            <a:ext cx="2869223" cy="384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cap="small">
                <a:solidFill>
                  <a:schemeClr val="bg1"/>
                </a:solidFill>
              </a:rPr>
              <a:t>Technologie &amp; Integration </a:t>
            </a:r>
          </a:p>
        </p:txBody>
      </p:sp>
      <p:sp>
        <p:nvSpPr>
          <p:cNvPr id="38" name="TextBox 12">
            <a:extLst>
              <a:ext uri="{FF2B5EF4-FFF2-40B4-BE49-F238E27FC236}">
                <a16:creationId xmlns:a16="http://schemas.microsoft.com/office/drawing/2014/main" id="{465381A0-A989-7E75-32D9-72CD1701A937}"/>
              </a:ext>
            </a:extLst>
          </p:cNvPr>
          <p:cNvSpPr txBox="1"/>
          <p:nvPr/>
        </p:nvSpPr>
        <p:spPr>
          <a:xfrm>
            <a:off x="400686" y="1463262"/>
            <a:ext cx="594360" cy="34747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000" b="1">
                <a:solidFill>
                  <a:schemeClr val="bg1"/>
                </a:solidFill>
                <a:latin typeface="Arial"/>
              </a:rPr>
              <a:t>01</a:t>
            </a:r>
          </a:p>
        </p:txBody>
      </p:sp>
      <p:sp>
        <p:nvSpPr>
          <p:cNvPr id="40" name="TextBox 12">
            <a:extLst>
              <a:ext uri="{FF2B5EF4-FFF2-40B4-BE49-F238E27FC236}">
                <a16:creationId xmlns:a16="http://schemas.microsoft.com/office/drawing/2014/main" id="{8343DCC1-4669-16E0-1EDF-B67D8C42639E}"/>
              </a:ext>
            </a:extLst>
          </p:cNvPr>
          <p:cNvSpPr txBox="1"/>
          <p:nvPr/>
        </p:nvSpPr>
        <p:spPr>
          <a:xfrm>
            <a:off x="400686" y="2667838"/>
            <a:ext cx="594360" cy="34747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2000" b="1">
                <a:solidFill>
                  <a:schemeClr val="bg1"/>
                </a:solidFill>
                <a:latin typeface="Arial"/>
              </a:rPr>
              <a:t>0</a:t>
            </a:r>
            <a:r>
              <a:rPr lang="de-DE" sz="2000" b="1">
                <a:solidFill>
                  <a:schemeClr val="bg1"/>
                </a:solidFill>
                <a:latin typeface="Arial"/>
              </a:rPr>
              <a:t>2</a:t>
            </a:r>
            <a:endParaRPr sz="2000" b="1">
              <a:solidFill>
                <a:schemeClr val="bg1"/>
              </a:solidFill>
              <a:latin typeface="Arial"/>
            </a:endParaRPr>
          </a:p>
        </p:txBody>
      </p:sp>
      <p:sp>
        <p:nvSpPr>
          <p:cNvPr id="42" name="TextBox 12">
            <a:extLst>
              <a:ext uri="{FF2B5EF4-FFF2-40B4-BE49-F238E27FC236}">
                <a16:creationId xmlns:a16="http://schemas.microsoft.com/office/drawing/2014/main" id="{76F40103-9C29-E659-3F2E-158301DCA609}"/>
              </a:ext>
            </a:extLst>
          </p:cNvPr>
          <p:cNvSpPr txBox="1"/>
          <p:nvPr/>
        </p:nvSpPr>
        <p:spPr>
          <a:xfrm>
            <a:off x="400686" y="3872414"/>
            <a:ext cx="594360" cy="34747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lang="de-DE" sz="2000" b="1">
                <a:solidFill>
                  <a:schemeClr val="bg1"/>
                </a:solidFill>
                <a:latin typeface="Arial"/>
              </a:rPr>
              <a:t>03</a:t>
            </a:r>
            <a:endParaRPr sz="2000" b="1">
              <a:solidFill>
                <a:schemeClr val="bg1"/>
              </a:solidFill>
              <a:latin typeface="Arial"/>
            </a:endParaRPr>
          </a:p>
        </p:txBody>
      </p:sp>
      <p:sp>
        <p:nvSpPr>
          <p:cNvPr id="44" name="TextBox 12">
            <a:extLst>
              <a:ext uri="{FF2B5EF4-FFF2-40B4-BE49-F238E27FC236}">
                <a16:creationId xmlns:a16="http://schemas.microsoft.com/office/drawing/2014/main" id="{290E3813-2C21-808A-8B73-B7A1A5E7CF2D}"/>
              </a:ext>
            </a:extLst>
          </p:cNvPr>
          <p:cNvSpPr txBox="1"/>
          <p:nvPr/>
        </p:nvSpPr>
        <p:spPr>
          <a:xfrm>
            <a:off x="400686" y="5130156"/>
            <a:ext cx="594360" cy="34747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lang="de-DE" sz="2000" b="1">
                <a:solidFill>
                  <a:schemeClr val="bg1"/>
                </a:solidFill>
                <a:latin typeface="Arial"/>
              </a:rPr>
              <a:t>04</a:t>
            </a:r>
            <a:endParaRPr sz="2000" b="1">
              <a:solidFill>
                <a:schemeClr val="bg1"/>
              </a:solidFill>
              <a:latin typeface="Arial"/>
            </a:endParaRPr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078813F2-1D8D-C6DE-8525-079CE610E1FD}"/>
              </a:ext>
            </a:extLst>
          </p:cNvPr>
          <p:cNvGrpSpPr>
            <a:grpSpLocks noChangeAspect="1"/>
          </p:cNvGrpSpPr>
          <p:nvPr/>
        </p:nvGrpSpPr>
        <p:grpSpPr>
          <a:xfrm>
            <a:off x="10811963" y="6165233"/>
            <a:ext cx="1079999" cy="453764"/>
            <a:chOff x="1721984" y="2257682"/>
            <a:chExt cx="7247953" cy="3045250"/>
          </a:xfrm>
        </p:grpSpPr>
        <p:sp>
          <p:nvSpPr>
            <p:cNvPr id="47" name="Freihandform: Form 46">
              <a:extLst>
                <a:ext uri="{FF2B5EF4-FFF2-40B4-BE49-F238E27FC236}">
                  <a16:creationId xmlns:a16="http://schemas.microsoft.com/office/drawing/2014/main" id="{77D05C4D-5DF1-6B0F-A0EB-02EA004E4F88}"/>
                </a:ext>
              </a:extLst>
            </p:cNvPr>
            <p:cNvSpPr/>
            <p:nvPr/>
          </p:nvSpPr>
          <p:spPr>
            <a:xfrm>
              <a:off x="1721984" y="4167798"/>
              <a:ext cx="1948179" cy="1135134"/>
            </a:xfrm>
            <a:custGeom>
              <a:avLst/>
              <a:gdLst>
                <a:gd name="connsiteX0" fmla="*/ 1948179 w 1948179"/>
                <a:gd name="connsiteY0" fmla="*/ 391066 h 1135134"/>
                <a:gd name="connsiteX1" fmla="*/ 1641834 w 1948179"/>
                <a:gd name="connsiteY1" fmla="*/ 0 h 1135134"/>
                <a:gd name="connsiteX2" fmla="*/ 1272508 w 1948179"/>
                <a:gd name="connsiteY2" fmla="*/ 302012 h 1135134"/>
                <a:gd name="connsiteX3" fmla="*/ 1257305 w 1948179"/>
                <a:gd name="connsiteY3" fmla="*/ 302012 h 1135134"/>
                <a:gd name="connsiteX4" fmla="*/ 955329 w 1948179"/>
                <a:gd name="connsiteY4" fmla="*/ 0 h 1135134"/>
                <a:gd name="connsiteX5" fmla="*/ 581633 w 1948179"/>
                <a:gd name="connsiteY5" fmla="*/ 312846 h 1135134"/>
                <a:gd name="connsiteX6" fmla="*/ 566177 w 1948179"/>
                <a:gd name="connsiteY6" fmla="*/ 312846 h 1135134"/>
                <a:gd name="connsiteX7" fmla="*/ 333646 w 1948179"/>
                <a:gd name="connsiteY7" fmla="*/ 28240 h 1135134"/>
                <a:gd name="connsiteX8" fmla="*/ 223972 w 1948179"/>
                <a:gd name="connsiteY8" fmla="*/ 10870 h 1135134"/>
                <a:gd name="connsiteX9" fmla="*/ 0 w 1948179"/>
                <a:gd name="connsiteY9" fmla="*/ 10870 h 1135134"/>
                <a:gd name="connsiteX10" fmla="*/ 0 w 1948179"/>
                <a:gd name="connsiteY10" fmla="*/ 257990 h 1135134"/>
                <a:gd name="connsiteX11" fmla="*/ 283991 w 1948179"/>
                <a:gd name="connsiteY11" fmla="*/ 258099 h 1135134"/>
                <a:gd name="connsiteX12" fmla="*/ 283991 w 1948179"/>
                <a:gd name="connsiteY12" fmla="*/ 1116717 h 1135134"/>
                <a:gd name="connsiteX13" fmla="*/ 585967 w 1948179"/>
                <a:gd name="connsiteY13" fmla="*/ 1116717 h 1135134"/>
                <a:gd name="connsiteX14" fmla="*/ 585967 w 1948179"/>
                <a:gd name="connsiteY14" fmla="*/ 562710 h 1135134"/>
                <a:gd name="connsiteX15" fmla="*/ 597342 w 1948179"/>
                <a:gd name="connsiteY15" fmla="*/ 466506 h 1135134"/>
                <a:gd name="connsiteX16" fmla="*/ 820592 w 1948179"/>
                <a:gd name="connsiteY16" fmla="*/ 254198 h 1135134"/>
                <a:gd name="connsiteX17" fmla="*/ 968330 w 1948179"/>
                <a:gd name="connsiteY17" fmla="*/ 473656 h 1135134"/>
                <a:gd name="connsiteX18" fmla="*/ 968330 w 1948179"/>
                <a:gd name="connsiteY18" fmla="*/ 1116753 h 1135134"/>
                <a:gd name="connsiteX19" fmla="*/ 1270305 w 1948179"/>
                <a:gd name="connsiteY19" fmla="*/ 1116753 h 1135134"/>
                <a:gd name="connsiteX20" fmla="*/ 1270305 w 1948179"/>
                <a:gd name="connsiteY20" fmla="*/ 549710 h 1135134"/>
                <a:gd name="connsiteX21" fmla="*/ 1511467 w 1948179"/>
                <a:gd name="connsiteY21" fmla="*/ 254234 h 1135134"/>
                <a:gd name="connsiteX22" fmla="*/ 1644001 w 1948179"/>
                <a:gd name="connsiteY22" fmla="*/ 473692 h 1135134"/>
                <a:gd name="connsiteX23" fmla="*/ 1644001 w 1948179"/>
                <a:gd name="connsiteY23" fmla="*/ 833231 h 1135134"/>
                <a:gd name="connsiteX24" fmla="*/ 1948179 w 1948179"/>
                <a:gd name="connsiteY24" fmla="*/ 1135135 h 1135134"/>
                <a:gd name="connsiteX25" fmla="*/ 1948179 w 1948179"/>
                <a:gd name="connsiteY25" fmla="*/ 391102 h 113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179" h="1135134">
                  <a:moveTo>
                    <a:pt x="1948179" y="391066"/>
                  </a:moveTo>
                  <a:cubicBezTo>
                    <a:pt x="1948179" y="149904"/>
                    <a:pt x="1852589" y="0"/>
                    <a:pt x="1641834" y="0"/>
                  </a:cubicBezTo>
                  <a:cubicBezTo>
                    <a:pt x="1468023" y="0"/>
                    <a:pt x="1335489" y="108627"/>
                    <a:pt x="1272508" y="302012"/>
                  </a:cubicBezTo>
                  <a:lnTo>
                    <a:pt x="1257305" y="302012"/>
                  </a:lnTo>
                  <a:cubicBezTo>
                    <a:pt x="1239934" y="128201"/>
                    <a:pt x="1142141" y="0"/>
                    <a:pt x="955329" y="0"/>
                  </a:cubicBezTo>
                  <a:cubicBezTo>
                    <a:pt x="768517" y="0"/>
                    <a:pt x="640317" y="115128"/>
                    <a:pt x="581633" y="312846"/>
                  </a:cubicBezTo>
                  <a:lnTo>
                    <a:pt x="566177" y="312846"/>
                  </a:lnTo>
                  <a:cubicBezTo>
                    <a:pt x="527067" y="181539"/>
                    <a:pt x="455238" y="69770"/>
                    <a:pt x="333646" y="28240"/>
                  </a:cubicBezTo>
                  <a:cubicBezTo>
                    <a:pt x="300820" y="17009"/>
                    <a:pt x="264382" y="10870"/>
                    <a:pt x="223972" y="10870"/>
                  </a:cubicBezTo>
                  <a:lnTo>
                    <a:pt x="0" y="10870"/>
                  </a:lnTo>
                  <a:lnTo>
                    <a:pt x="0" y="257990"/>
                  </a:lnTo>
                  <a:lnTo>
                    <a:pt x="283991" y="258099"/>
                  </a:lnTo>
                  <a:lnTo>
                    <a:pt x="283991" y="1116717"/>
                  </a:lnTo>
                  <a:lnTo>
                    <a:pt x="585967" y="1116717"/>
                  </a:lnTo>
                  <a:lnTo>
                    <a:pt x="585967" y="562710"/>
                  </a:lnTo>
                  <a:cubicBezTo>
                    <a:pt x="586725" y="527536"/>
                    <a:pt x="590806" y="495613"/>
                    <a:pt x="597342" y="466506"/>
                  </a:cubicBezTo>
                  <a:cubicBezTo>
                    <a:pt x="629158" y="324727"/>
                    <a:pt x="723268" y="254198"/>
                    <a:pt x="820592" y="254198"/>
                  </a:cubicBezTo>
                  <a:cubicBezTo>
                    <a:pt x="917916" y="254198"/>
                    <a:pt x="968330" y="297642"/>
                    <a:pt x="968330" y="473656"/>
                  </a:cubicBezTo>
                  <a:lnTo>
                    <a:pt x="968330" y="1116753"/>
                  </a:lnTo>
                  <a:lnTo>
                    <a:pt x="1270305" y="1116753"/>
                  </a:lnTo>
                  <a:lnTo>
                    <a:pt x="1270305" y="549710"/>
                  </a:lnTo>
                  <a:cubicBezTo>
                    <a:pt x="1292045" y="330288"/>
                    <a:pt x="1405006" y="254234"/>
                    <a:pt x="1511467" y="254234"/>
                  </a:cubicBezTo>
                  <a:cubicBezTo>
                    <a:pt x="1617927" y="254234"/>
                    <a:pt x="1644001" y="328121"/>
                    <a:pt x="1644001" y="473692"/>
                  </a:cubicBezTo>
                  <a:lnTo>
                    <a:pt x="1644001" y="833231"/>
                  </a:lnTo>
                  <a:cubicBezTo>
                    <a:pt x="1644001" y="1005923"/>
                    <a:pt x="1755662" y="1125384"/>
                    <a:pt x="1948179" y="1135135"/>
                  </a:cubicBezTo>
                  <a:lnTo>
                    <a:pt x="1948179" y="39110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2E131FA6-B479-71C9-B489-52C53BD6E02D}"/>
                </a:ext>
              </a:extLst>
            </p:cNvPr>
            <p:cNvSpPr/>
            <p:nvPr/>
          </p:nvSpPr>
          <p:spPr>
            <a:xfrm>
              <a:off x="5035697" y="4193979"/>
              <a:ext cx="910332" cy="1088477"/>
            </a:xfrm>
            <a:custGeom>
              <a:avLst/>
              <a:gdLst>
                <a:gd name="connsiteX0" fmla="*/ 326785 w 910332"/>
                <a:gd name="connsiteY0" fmla="*/ 851469 h 1088477"/>
                <a:gd name="connsiteX1" fmla="*/ 897296 w 910332"/>
                <a:gd name="connsiteY1" fmla="*/ 235817 h 1088477"/>
                <a:gd name="connsiteX2" fmla="*/ 897296 w 910332"/>
                <a:gd name="connsiteY2" fmla="*/ 5381 h 1088477"/>
                <a:gd name="connsiteX3" fmla="*/ 897296 w 910332"/>
                <a:gd name="connsiteY3" fmla="*/ 5381 h 1088477"/>
                <a:gd name="connsiteX4" fmla="*/ 897296 w 910332"/>
                <a:gd name="connsiteY4" fmla="*/ 0 h 1088477"/>
                <a:gd name="connsiteX5" fmla="*/ 22535 w 910332"/>
                <a:gd name="connsiteY5" fmla="*/ 0 h 1088477"/>
                <a:gd name="connsiteX6" fmla="*/ 22535 w 910332"/>
                <a:gd name="connsiteY6" fmla="*/ 225958 h 1088477"/>
                <a:gd name="connsiteX7" fmla="*/ 600629 w 910332"/>
                <a:gd name="connsiteY7" fmla="*/ 225958 h 1088477"/>
                <a:gd name="connsiteX8" fmla="*/ 0 w 910332"/>
                <a:gd name="connsiteY8" fmla="*/ 868947 h 1088477"/>
                <a:gd name="connsiteX9" fmla="*/ 0 w 910332"/>
                <a:gd name="connsiteY9" fmla="*/ 1088477 h 1088477"/>
                <a:gd name="connsiteX10" fmla="*/ 910333 w 910332"/>
                <a:gd name="connsiteY10" fmla="*/ 1088477 h 1088477"/>
                <a:gd name="connsiteX11" fmla="*/ 910333 w 910332"/>
                <a:gd name="connsiteY11" fmla="*/ 851469 h 1088477"/>
                <a:gd name="connsiteX12" fmla="*/ 326785 w 910332"/>
                <a:gd name="connsiteY12" fmla="*/ 851469 h 10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0332" h="1088477">
                  <a:moveTo>
                    <a:pt x="326785" y="851469"/>
                  </a:moveTo>
                  <a:lnTo>
                    <a:pt x="897296" y="235817"/>
                  </a:lnTo>
                  <a:lnTo>
                    <a:pt x="897296" y="5381"/>
                  </a:lnTo>
                  <a:lnTo>
                    <a:pt x="897296" y="5381"/>
                  </a:lnTo>
                  <a:lnTo>
                    <a:pt x="897296" y="0"/>
                  </a:lnTo>
                  <a:lnTo>
                    <a:pt x="22535" y="0"/>
                  </a:lnTo>
                  <a:lnTo>
                    <a:pt x="22535" y="225958"/>
                  </a:lnTo>
                  <a:lnTo>
                    <a:pt x="600629" y="225958"/>
                  </a:lnTo>
                  <a:lnTo>
                    <a:pt x="0" y="868947"/>
                  </a:lnTo>
                  <a:lnTo>
                    <a:pt x="0" y="1088477"/>
                  </a:lnTo>
                  <a:lnTo>
                    <a:pt x="910333" y="1088477"/>
                  </a:lnTo>
                  <a:lnTo>
                    <a:pt x="910333" y="851469"/>
                  </a:lnTo>
                  <a:lnTo>
                    <a:pt x="326785" y="851469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0" name="Freihandform: Form 49">
              <a:extLst>
                <a:ext uri="{FF2B5EF4-FFF2-40B4-BE49-F238E27FC236}">
                  <a16:creationId xmlns:a16="http://schemas.microsoft.com/office/drawing/2014/main" id="{A4017CF6-2B12-BF3D-65FC-3EA3B55A8F94}"/>
                </a:ext>
              </a:extLst>
            </p:cNvPr>
            <p:cNvSpPr/>
            <p:nvPr/>
          </p:nvSpPr>
          <p:spPr>
            <a:xfrm>
              <a:off x="6099401" y="4169495"/>
              <a:ext cx="1028023" cy="1115344"/>
            </a:xfrm>
            <a:custGeom>
              <a:avLst/>
              <a:gdLst>
                <a:gd name="connsiteX0" fmla="*/ 670832 w 1028023"/>
                <a:gd name="connsiteY0" fmla="*/ 897368 h 1115344"/>
                <a:gd name="connsiteX1" fmla="*/ 328879 w 1028023"/>
                <a:gd name="connsiteY1" fmla="*/ 1115345 h 1115344"/>
                <a:gd name="connsiteX2" fmla="*/ 0 w 1028023"/>
                <a:gd name="connsiteY2" fmla="*/ 836373 h 1115344"/>
                <a:gd name="connsiteX3" fmla="*/ 389874 w 1028023"/>
                <a:gd name="connsiteY3" fmla="*/ 498754 h 1115344"/>
                <a:gd name="connsiteX4" fmla="*/ 668665 w 1028023"/>
                <a:gd name="connsiteY4" fmla="*/ 415984 h 1115344"/>
                <a:gd name="connsiteX5" fmla="*/ 668665 w 1028023"/>
                <a:gd name="connsiteY5" fmla="*/ 392041 h 1115344"/>
                <a:gd name="connsiteX6" fmla="*/ 483515 w 1028023"/>
                <a:gd name="connsiteY6" fmla="*/ 224333 h 1115344"/>
                <a:gd name="connsiteX7" fmla="*/ 235203 w 1028023"/>
                <a:gd name="connsiteY7" fmla="*/ 383338 h 1115344"/>
                <a:gd name="connsiteX8" fmla="*/ 8703 w 1028023"/>
                <a:gd name="connsiteY8" fmla="*/ 261349 h 1115344"/>
                <a:gd name="connsiteX9" fmla="*/ 513994 w 1028023"/>
                <a:gd name="connsiteY9" fmla="*/ 0 h 1115344"/>
                <a:gd name="connsiteX10" fmla="*/ 964863 w 1028023"/>
                <a:gd name="connsiteY10" fmla="*/ 409483 h 1115344"/>
                <a:gd name="connsiteX11" fmla="*/ 964863 w 1028023"/>
                <a:gd name="connsiteY11" fmla="*/ 762342 h 1115344"/>
                <a:gd name="connsiteX12" fmla="*/ 1028024 w 1028023"/>
                <a:gd name="connsiteY12" fmla="*/ 1112528 h 1115344"/>
                <a:gd name="connsiteX13" fmla="*/ 725290 w 1028023"/>
                <a:gd name="connsiteY13" fmla="*/ 1112528 h 1115344"/>
                <a:gd name="connsiteX14" fmla="*/ 670832 w 1028023"/>
                <a:gd name="connsiteY14" fmla="*/ 897404 h 1115344"/>
                <a:gd name="connsiteX15" fmla="*/ 676104 w 1028023"/>
                <a:gd name="connsiteY15" fmla="*/ 711603 h 1115344"/>
                <a:gd name="connsiteX16" fmla="*/ 676104 w 1028023"/>
                <a:gd name="connsiteY16" fmla="*/ 543715 h 1115344"/>
                <a:gd name="connsiteX17" fmla="*/ 676104 w 1028023"/>
                <a:gd name="connsiteY17" fmla="*/ 543715 h 1115344"/>
                <a:gd name="connsiteX18" fmla="*/ 532339 w 1028023"/>
                <a:gd name="connsiteY18" fmla="*/ 605468 h 1115344"/>
                <a:gd name="connsiteX19" fmla="*/ 308006 w 1028023"/>
                <a:gd name="connsiteY19" fmla="*/ 783468 h 1115344"/>
                <a:gd name="connsiteX20" fmla="*/ 440865 w 1028023"/>
                <a:gd name="connsiteY20" fmla="*/ 918494 h 1115344"/>
                <a:gd name="connsiteX21" fmla="*/ 676104 w 1028023"/>
                <a:gd name="connsiteY21" fmla="*/ 711567 h 111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8023" h="1115344">
                  <a:moveTo>
                    <a:pt x="670832" y="897368"/>
                  </a:moveTo>
                  <a:cubicBezTo>
                    <a:pt x="620093" y="1041639"/>
                    <a:pt x="485681" y="1115345"/>
                    <a:pt x="328879" y="1115345"/>
                  </a:cubicBezTo>
                  <a:cubicBezTo>
                    <a:pt x="119786" y="1115345"/>
                    <a:pt x="0" y="1017154"/>
                    <a:pt x="0" y="836373"/>
                  </a:cubicBezTo>
                  <a:cubicBezTo>
                    <a:pt x="0" y="629447"/>
                    <a:pt x="163374" y="544509"/>
                    <a:pt x="389874" y="498754"/>
                  </a:cubicBezTo>
                  <a:cubicBezTo>
                    <a:pt x="577191" y="459536"/>
                    <a:pt x="659962" y="439963"/>
                    <a:pt x="668665" y="415984"/>
                  </a:cubicBezTo>
                  <a:lnTo>
                    <a:pt x="668665" y="392041"/>
                  </a:lnTo>
                  <a:cubicBezTo>
                    <a:pt x="668665" y="287494"/>
                    <a:pt x="616410" y="224333"/>
                    <a:pt x="483515" y="224333"/>
                  </a:cubicBezTo>
                  <a:cubicBezTo>
                    <a:pt x="350619" y="224333"/>
                    <a:pt x="270052" y="302734"/>
                    <a:pt x="235203" y="383338"/>
                  </a:cubicBezTo>
                  <a:lnTo>
                    <a:pt x="8703" y="261349"/>
                  </a:lnTo>
                  <a:cubicBezTo>
                    <a:pt x="87104" y="100177"/>
                    <a:pt x="278791" y="0"/>
                    <a:pt x="513994" y="0"/>
                  </a:cubicBezTo>
                  <a:cubicBezTo>
                    <a:pt x="821098" y="0"/>
                    <a:pt x="964863" y="143729"/>
                    <a:pt x="964863" y="409483"/>
                  </a:cubicBezTo>
                  <a:lnTo>
                    <a:pt x="964863" y="762342"/>
                  </a:lnTo>
                  <a:cubicBezTo>
                    <a:pt x="964863" y="988841"/>
                    <a:pt x="991008" y="1082013"/>
                    <a:pt x="1028024" y="1112528"/>
                  </a:cubicBezTo>
                  <a:lnTo>
                    <a:pt x="725290" y="1112528"/>
                  </a:lnTo>
                  <a:cubicBezTo>
                    <a:pt x="699144" y="1088585"/>
                    <a:pt x="677368" y="1021560"/>
                    <a:pt x="670832" y="897404"/>
                  </a:cubicBezTo>
                  <a:close/>
                  <a:moveTo>
                    <a:pt x="676104" y="711603"/>
                  </a:moveTo>
                  <a:lnTo>
                    <a:pt x="676104" y="543715"/>
                  </a:lnTo>
                  <a:lnTo>
                    <a:pt x="676104" y="543715"/>
                  </a:lnTo>
                  <a:cubicBezTo>
                    <a:pt x="646564" y="571016"/>
                    <a:pt x="610776" y="581525"/>
                    <a:pt x="532339" y="605468"/>
                  </a:cubicBezTo>
                  <a:cubicBezTo>
                    <a:pt x="384241" y="646853"/>
                    <a:pt x="308006" y="685458"/>
                    <a:pt x="308006" y="783468"/>
                  </a:cubicBezTo>
                  <a:cubicBezTo>
                    <a:pt x="308006" y="870608"/>
                    <a:pt x="369001" y="918494"/>
                    <a:pt x="440865" y="918494"/>
                  </a:cubicBezTo>
                  <a:cubicBezTo>
                    <a:pt x="549782" y="918494"/>
                    <a:pt x="654328" y="837926"/>
                    <a:pt x="676104" y="71156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DD58586C-74CC-76F1-DFC0-5A75253B249F}"/>
                </a:ext>
              </a:extLst>
            </p:cNvPr>
            <p:cNvSpPr/>
            <p:nvPr/>
          </p:nvSpPr>
          <p:spPr>
            <a:xfrm>
              <a:off x="4301487" y="2782401"/>
              <a:ext cx="1066448" cy="1110650"/>
            </a:xfrm>
            <a:custGeom>
              <a:avLst/>
              <a:gdLst>
                <a:gd name="connsiteX0" fmla="*/ 0 w 1066448"/>
                <a:gd name="connsiteY0" fmla="*/ 556390 h 1110650"/>
                <a:gd name="connsiteX1" fmla="*/ 541657 w 1066448"/>
                <a:gd name="connsiteY1" fmla="*/ 0 h 1110650"/>
                <a:gd name="connsiteX2" fmla="*/ 1066448 w 1066448"/>
                <a:gd name="connsiteY2" fmla="*/ 545846 h 1110650"/>
                <a:gd name="connsiteX3" fmla="*/ 526923 w 1066448"/>
                <a:gd name="connsiteY3" fmla="*/ 1110650 h 1110650"/>
                <a:gd name="connsiteX4" fmla="*/ 36 w 1066448"/>
                <a:gd name="connsiteY4" fmla="*/ 556354 h 1110650"/>
                <a:gd name="connsiteX5" fmla="*/ 765051 w 1066448"/>
                <a:gd name="connsiteY5" fmla="*/ 550071 h 1110650"/>
                <a:gd name="connsiteX6" fmla="*/ 537431 w 1066448"/>
                <a:gd name="connsiteY6" fmla="*/ 216569 h 1110650"/>
                <a:gd name="connsiteX7" fmla="*/ 305587 w 1066448"/>
                <a:gd name="connsiteY7" fmla="*/ 547976 h 1110650"/>
                <a:gd name="connsiteX8" fmla="*/ 528981 w 1066448"/>
                <a:gd name="connsiteY8" fmla="*/ 892023 h 1110650"/>
                <a:gd name="connsiteX9" fmla="*/ 765051 w 1066448"/>
                <a:gd name="connsiteY9" fmla="*/ 550071 h 111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6448" h="1110650">
                  <a:moveTo>
                    <a:pt x="0" y="556390"/>
                  </a:moveTo>
                  <a:cubicBezTo>
                    <a:pt x="0" y="238164"/>
                    <a:pt x="198115" y="0"/>
                    <a:pt x="541657" y="0"/>
                  </a:cubicBezTo>
                  <a:cubicBezTo>
                    <a:pt x="885198" y="0"/>
                    <a:pt x="1066448" y="214980"/>
                    <a:pt x="1066448" y="545846"/>
                  </a:cubicBezTo>
                  <a:cubicBezTo>
                    <a:pt x="1066448" y="876711"/>
                    <a:pt x="868333" y="1110650"/>
                    <a:pt x="526923" y="1110650"/>
                  </a:cubicBezTo>
                  <a:cubicBezTo>
                    <a:pt x="185512" y="1110650"/>
                    <a:pt x="36" y="893576"/>
                    <a:pt x="36" y="556354"/>
                  </a:cubicBezTo>
                  <a:close/>
                  <a:moveTo>
                    <a:pt x="765051" y="550071"/>
                  </a:moveTo>
                  <a:cubicBezTo>
                    <a:pt x="765051" y="335091"/>
                    <a:pt x="689177" y="216569"/>
                    <a:pt x="537431" y="216569"/>
                  </a:cubicBezTo>
                  <a:cubicBezTo>
                    <a:pt x="385685" y="216569"/>
                    <a:pt x="305587" y="335127"/>
                    <a:pt x="305587" y="547976"/>
                  </a:cubicBezTo>
                  <a:cubicBezTo>
                    <a:pt x="305587" y="760825"/>
                    <a:pt x="379329" y="892023"/>
                    <a:pt x="528981" y="892023"/>
                  </a:cubicBezTo>
                  <a:cubicBezTo>
                    <a:pt x="678633" y="892023"/>
                    <a:pt x="765051" y="769276"/>
                    <a:pt x="765051" y="55007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E643AADB-3D48-A16B-86CD-1AC4CEE4E0E4}"/>
                </a:ext>
              </a:extLst>
            </p:cNvPr>
            <p:cNvSpPr/>
            <p:nvPr/>
          </p:nvSpPr>
          <p:spPr>
            <a:xfrm>
              <a:off x="6410838" y="2808294"/>
              <a:ext cx="1066231" cy="1086021"/>
            </a:xfrm>
            <a:custGeom>
              <a:avLst/>
              <a:gdLst>
                <a:gd name="connsiteX0" fmla="*/ 0 w 1066231"/>
                <a:gd name="connsiteY0" fmla="*/ 1228 h 1086021"/>
                <a:gd name="connsiteX1" fmla="*/ 283955 w 1066231"/>
                <a:gd name="connsiteY1" fmla="*/ 1228 h 1086021"/>
                <a:gd name="connsiteX2" fmla="*/ 526381 w 1066231"/>
                <a:gd name="connsiteY2" fmla="*/ 790691 h 1086021"/>
                <a:gd name="connsiteX3" fmla="*/ 539381 w 1066231"/>
                <a:gd name="connsiteY3" fmla="*/ 790691 h 1086021"/>
                <a:gd name="connsiteX4" fmla="*/ 777545 w 1066231"/>
                <a:gd name="connsiteY4" fmla="*/ 0 h 1086021"/>
                <a:gd name="connsiteX5" fmla="*/ 1066232 w 1066231"/>
                <a:gd name="connsiteY5" fmla="*/ 0 h 1086021"/>
                <a:gd name="connsiteX6" fmla="*/ 675346 w 1066231"/>
                <a:gd name="connsiteY6" fmla="*/ 1086021 h 1086021"/>
                <a:gd name="connsiteX7" fmla="*/ 394821 w 1066231"/>
                <a:gd name="connsiteY7" fmla="*/ 1084866 h 1086021"/>
                <a:gd name="connsiteX8" fmla="*/ 0 w 1066231"/>
                <a:gd name="connsiteY8" fmla="*/ 1228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31" h="1086021">
                  <a:moveTo>
                    <a:pt x="0" y="1228"/>
                  </a:moveTo>
                  <a:lnTo>
                    <a:pt x="283955" y="1228"/>
                  </a:lnTo>
                  <a:lnTo>
                    <a:pt x="526381" y="790691"/>
                  </a:lnTo>
                  <a:lnTo>
                    <a:pt x="539381" y="790691"/>
                  </a:lnTo>
                  <a:lnTo>
                    <a:pt x="777545" y="0"/>
                  </a:lnTo>
                  <a:lnTo>
                    <a:pt x="1066232" y="0"/>
                  </a:lnTo>
                  <a:lnTo>
                    <a:pt x="675346" y="1086021"/>
                  </a:lnTo>
                  <a:lnTo>
                    <a:pt x="394821" y="1084866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F889F3A4-EE94-6ABA-7DF4-630514041415}"/>
                </a:ext>
              </a:extLst>
            </p:cNvPr>
            <p:cNvSpPr/>
            <p:nvPr/>
          </p:nvSpPr>
          <p:spPr>
            <a:xfrm>
              <a:off x="3393430" y="2257682"/>
              <a:ext cx="851865" cy="1636633"/>
            </a:xfrm>
            <a:custGeom>
              <a:avLst/>
              <a:gdLst>
                <a:gd name="connsiteX0" fmla="*/ 561374 w 851865"/>
                <a:gd name="connsiteY0" fmla="*/ 396700 h 1636633"/>
                <a:gd name="connsiteX1" fmla="*/ 717454 w 851865"/>
                <a:gd name="connsiteY1" fmla="*/ 227619 h 1636633"/>
                <a:gd name="connsiteX2" fmla="*/ 851866 w 851865"/>
                <a:gd name="connsiteY2" fmla="*/ 247120 h 1636633"/>
                <a:gd name="connsiteX3" fmla="*/ 851866 w 851865"/>
                <a:gd name="connsiteY3" fmla="*/ 26001 h 1636633"/>
                <a:gd name="connsiteX4" fmla="*/ 648117 w 851865"/>
                <a:gd name="connsiteY4" fmla="*/ 0 h 1636633"/>
                <a:gd name="connsiteX5" fmla="*/ 277419 w 851865"/>
                <a:gd name="connsiteY5" fmla="*/ 381496 h 1636633"/>
                <a:gd name="connsiteX6" fmla="*/ 277419 w 851865"/>
                <a:gd name="connsiteY6" fmla="*/ 550576 h 1636633"/>
                <a:gd name="connsiteX7" fmla="*/ 85226 w 851865"/>
                <a:gd name="connsiteY7" fmla="*/ 550576 h 1636633"/>
                <a:gd name="connsiteX8" fmla="*/ 0 w 851865"/>
                <a:gd name="connsiteY8" fmla="*/ 784696 h 1636633"/>
                <a:gd name="connsiteX9" fmla="*/ 277419 w 851865"/>
                <a:gd name="connsiteY9" fmla="*/ 784696 h 1636633"/>
                <a:gd name="connsiteX10" fmla="*/ 277419 w 851865"/>
                <a:gd name="connsiteY10" fmla="*/ 1636634 h 1636633"/>
                <a:gd name="connsiteX11" fmla="*/ 561410 w 851865"/>
                <a:gd name="connsiteY11" fmla="*/ 1636634 h 1636633"/>
                <a:gd name="connsiteX12" fmla="*/ 561410 w 851865"/>
                <a:gd name="connsiteY12" fmla="*/ 767831 h 1636633"/>
                <a:gd name="connsiteX13" fmla="*/ 552743 w 851865"/>
                <a:gd name="connsiteY13" fmla="*/ 784732 h 1636633"/>
                <a:gd name="connsiteX14" fmla="*/ 822650 w 851865"/>
                <a:gd name="connsiteY14" fmla="*/ 784732 h 1636633"/>
                <a:gd name="connsiteX15" fmla="*/ 822650 w 851865"/>
                <a:gd name="connsiteY15" fmla="*/ 550612 h 1636633"/>
                <a:gd name="connsiteX16" fmla="*/ 552743 w 851865"/>
                <a:gd name="connsiteY16" fmla="*/ 550612 h 1636633"/>
                <a:gd name="connsiteX17" fmla="*/ 561410 w 851865"/>
                <a:gd name="connsiteY17" fmla="*/ 585281 h 1636633"/>
                <a:gd name="connsiteX18" fmla="*/ 561410 w 851865"/>
                <a:gd name="connsiteY18" fmla="*/ 396700 h 163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1865" h="1636633">
                  <a:moveTo>
                    <a:pt x="561374" y="396700"/>
                  </a:moveTo>
                  <a:cubicBezTo>
                    <a:pt x="561374" y="273157"/>
                    <a:pt x="602543" y="227619"/>
                    <a:pt x="717454" y="227619"/>
                  </a:cubicBezTo>
                  <a:cubicBezTo>
                    <a:pt x="769492" y="227619"/>
                    <a:pt x="814995" y="236286"/>
                    <a:pt x="851866" y="247120"/>
                  </a:cubicBezTo>
                  <a:lnTo>
                    <a:pt x="851866" y="26001"/>
                  </a:lnTo>
                  <a:cubicBezTo>
                    <a:pt x="810697" y="15167"/>
                    <a:pt x="758658" y="0"/>
                    <a:pt x="648117" y="0"/>
                  </a:cubicBezTo>
                  <a:cubicBezTo>
                    <a:pt x="403164" y="0"/>
                    <a:pt x="277419" y="145246"/>
                    <a:pt x="277419" y="381496"/>
                  </a:cubicBezTo>
                  <a:lnTo>
                    <a:pt x="277419" y="550576"/>
                  </a:lnTo>
                  <a:lnTo>
                    <a:pt x="85226" y="550576"/>
                  </a:lnTo>
                  <a:lnTo>
                    <a:pt x="0" y="784696"/>
                  </a:lnTo>
                  <a:lnTo>
                    <a:pt x="277419" y="784696"/>
                  </a:lnTo>
                  <a:lnTo>
                    <a:pt x="277419" y="1636634"/>
                  </a:lnTo>
                  <a:lnTo>
                    <a:pt x="561410" y="1636634"/>
                  </a:lnTo>
                  <a:lnTo>
                    <a:pt x="561410" y="767831"/>
                  </a:lnTo>
                  <a:lnTo>
                    <a:pt x="552743" y="784732"/>
                  </a:lnTo>
                  <a:lnTo>
                    <a:pt x="822650" y="784732"/>
                  </a:lnTo>
                  <a:lnTo>
                    <a:pt x="822650" y="550612"/>
                  </a:lnTo>
                  <a:lnTo>
                    <a:pt x="552743" y="550612"/>
                  </a:lnTo>
                  <a:lnTo>
                    <a:pt x="561410" y="585281"/>
                  </a:lnTo>
                  <a:lnTo>
                    <a:pt x="561410" y="39670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7" name="Freihandform: Form 56">
              <a:extLst>
                <a:ext uri="{FF2B5EF4-FFF2-40B4-BE49-F238E27FC236}">
                  <a16:creationId xmlns:a16="http://schemas.microsoft.com/office/drawing/2014/main" id="{1C84FCE6-E373-D548-2A4D-381339A17B2F}"/>
                </a:ext>
              </a:extLst>
            </p:cNvPr>
            <p:cNvSpPr/>
            <p:nvPr/>
          </p:nvSpPr>
          <p:spPr>
            <a:xfrm>
              <a:off x="5437019" y="2809522"/>
              <a:ext cx="840273" cy="1083529"/>
            </a:xfrm>
            <a:custGeom>
              <a:avLst/>
              <a:gdLst>
                <a:gd name="connsiteX0" fmla="*/ 826190 w 840273"/>
                <a:gd name="connsiteY0" fmla="*/ 2492 h 1083529"/>
                <a:gd name="connsiteX1" fmla="*/ 462100 w 840273"/>
                <a:gd name="connsiteY1" fmla="*/ 341700 h 1083529"/>
                <a:gd name="connsiteX2" fmla="*/ 453108 w 840273"/>
                <a:gd name="connsiteY2" fmla="*/ 341772 h 1083529"/>
                <a:gd name="connsiteX3" fmla="*/ 464158 w 840273"/>
                <a:gd name="connsiteY3" fmla="*/ 154780 h 1083529"/>
                <a:gd name="connsiteX4" fmla="*/ 463870 w 840273"/>
                <a:gd name="connsiteY4" fmla="*/ 0 h 1083529"/>
                <a:gd name="connsiteX5" fmla="*/ 82410 w 840273"/>
                <a:gd name="connsiteY5" fmla="*/ 0 h 1083529"/>
                <a:gd name="connsiteX6" fmla="*/ 0 w 840273"/>
                <a:gd name="connsiteY6" fmla="*/ 224875 h 1083529"/>
                <a:gd name="connsiteX7" fmla="*/ 212849 w 840273"/>
                <a:gd name="connsiteY7" fmla="*/ 224875 h 1083529"/>
                <a:gd name="connsiteX8" fmla="*/ 212849 w 840273"/>
                <a:gd name="connsiteY8" fmla="*/ 1083530 h 1083529"/>
                <a:gd name="connsiteX9" fmla="*/ 488535 w 840273"/>
                <a:gd name="connsiteY9" fmla="*/ 1083530 h 1083529"/>
                <a:gd name="connsiteX10" fmla="*/ 488535 w 840273"/>
                <a:gd name="connsiteY10" fmla="*/ 684266 h 1083529"/>
                <a:gd name="connsiteX11" fmla="*/ 760970 w 840273"/>
                <a:gd name="connsiteY11" fmla="*/ 332708 h 1083529"/>
                <a:gd name="connsiteX12" fmla="*/ 840274 w 840273"/>
                <a:gd name="connsiteY12" fmla="*/ 332708 h 1083529"/>
                <a:gd name="connsiteX13" fmla="*/ 840274 w 840273"/>
                <a:gd name="connsiteY13" fmla="*/ 2456 h 1083529"/>
                <a:gd name="connsiteX14" fmla="*/ 826153 w 840273"/>
                <a:gd name="connsiteY14" fmla="*/ 2456 h 108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0273" h="1083529">
                  <a:moveTo>
                    <a:pt x="826190" y="2492"/>
                  </a:moveTo>
                  <a:cubicBezTo>
                    <a:pt x="640786" y="2492"/>
                    <a:pt x="490918" y="119786"/>
                    <a:pt x="462100" y="341700"/>
                  </a:cubicBezTo>
                  <a:lnTo>
                    <a:pt x="453108" y="341772"/>
                  </a:lnTo>
                  <a:lnTo>
                    <a:pt x="464158" y="154780"/>
                  </a:lnTo>
                  <a:lnTo>
                    <a:pt x="463870" y="0"/>
                  </a:lnTo>
                  <a:lnTo>
                    <a:pt x="82410" y="0"/>
                  </a:lnTo>
                  <a:lnTo>
                    <a:pt x="0" y="224875"/>
                  </a:lnTo>
                  <a:lnTo>
                    <a:pt x="212849" y="224875"/>
                  </a:lnTo>
                  <a:lnTo>
                    <a:pt x="212849" y="1083530"/>
                  </a:lnTo>
                  <a:lnTo>
                    <a:pt x="488535" y="1083530"/>
                  </a:lnTo>
                  <a:lnTo>
                    <a:pt x="488535" y="684266"/>
                  </a:lnTo>
                  <a:cubicBezTo>
                    <a:pt x="488535" y="440432"/>
                    <a:pt x="517894" y="332708"/>
                    <a:pt x="760970" y="332708"/>
                  </a:cubicBezTo>
                  <a:lnTo>
                    <a:pt x="840274" y="332708"/>
                  </a:lnTo>
                  <a:lnTo>
                    <a:pt x="840274" y="2456"/>
                  </a:lnTo>
                  <a:lnTo>
                    <a:pt x="826153" y="2456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8" name="Freihandform: Form 57">
              <a:extLst>
                <a:ext uri="{FF2B5EF4-FFF2-40B4-BE49-F238E27FC236}">
                  <a16:creationId xmlns:a16="http://schemas.microsoft.com/office/drawing/2014/main" id="{63B68799-0FF9-7BF2-C08B-0DFFDC785031}"/>
                </a:ext>
              </a:extLst>
            </p:cNvPr>
            <p:cNvSpPr/>
            <p:nvPr/>
          </p:nvSpPr>
          <p:spPr>
            <a:xfrm>
              <a:off x="7188817" y="4190765"/>
              <a:ext cx="848471" cy="1094074"/>
            </a:xfrm>
            <a:custGeom>
              <a:avLst/>
              <a:gdLst>
                <a:gd name="connsiteX0" fmla="*/ 834171 w 848471"/>
                <a:gd name="connsiteY0" fmla="*/ 2528 h 1094074"/>
                <a:gd name="connsiteX1" fmla="*/ 466542 w 848471"/>
                <a:gd name="connsiteY1" fmla="*/ 345022 h 1094074"/>
                <a:gd name="connsiteX2" fmla="*/ 457478 w 848471"/>
                <a:gd name="connsiteY2" fmla="*/ 345094 h 1094074"/>
                <a:gd name="connsiteX3" fmla="*/ 468636 w 848471"/>
                <a:gd name="connsiteY3" fmla="*/ 156296 h 1094074"/>
                <a:gd name="connsiteX4" fmla="*/ 468348 w 848471"/>
                <a:gd name="connsiteY4" fmla="*/ 0 h 1094074"/>
                <a:gd name="connsiteX5" fmla="*/ 83204 w 848471"/>
                <a:gd name="connsiteY5" fmla="*/ 0 h 1094074"/>
                <a:gd name="connsiteX6" fmla="*/ 0 w 848471"/>
                <a:gd name="connsiteY6" fmla="*/ 227078 h 1094074"/>
                <a:gd name="connsiteX7" fmla="*/ 214944 w 848471"/>
                <a:gd name="connsiteY7" fmla="*/ 227078 h 1094074"/>
                <a:gd name="connsiteX8" fmla="*/ 214944 w 848471"/>
                <a:gd name="connsiteY8" fmla="*/ 1094075 h 1094074"/>
                <a:gd name="connsiteX9" fmla="*/ 493302 w 848471"/>
                <a:gd name="connsiteY9" fmla="*/ 1094075 h 1094074"/>
                <a:gd name="connsiteX10" fmla="*/ 493302 w 848471"/>
                <a:gd name="connsiteY10" fmla="*/ 690911 h 1094074"/>
                <a:gd name="connsiteX11" fmla="*/ 768409 w 848471"/>
                <a:gd name="connsiteY11" fmla="*/ 335958 h 1094074"/>
                <a:gd name="connsiteX12" fmla="*/ 848471 w 848471"/>
                <a:gd name="connsiteY12" fmla="*/ 335958 h 1094074"/>
                <a:gd name="connsiteX13" fmla="*/ 848471 w 848471"/>
                <a:gd name="connsiteY13" fmla="*/ 2528 h 1094074"/>
                <a:gd name="connsiteX14" fmla="*/ 834207 w 848471"/>
                <a:gd name="connsiteY14" fmla="*/ 2528 h 109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8471" h="1094074">
                  <a:moveTo>
                    <a:pt x="834171" y="2528"/>
                  </a:moveTo>
                  <a:cubicBezTo>
                    <a:pt x="646962" y="2528"/>
                    <a:pt x="495649" y="120942"/>
                    <a:pt x="466542" y="345022"/>
                  </a:cubicBezTo>
                  <a:lnTo>
                    <a:pt x="457478" y="345094"/>
                  </a:lnTo>
                  <a:lnTo>
                    <a:pt x="468636" y="156296"/>
                  </a:lnTo>
                  <a:lnTo>
                    <a:pt x="468348" y="0"/>
                  </a:lnTo>
                  <a:lnTo>
                    <a:pt x="83204" y="0"/>
                  </a:lnTo>
                  <a:lnTo>
                    <a:pt x="0" y="227078"/>
                  </a:lnTo>
                  <a:lnTo>
                    <a:pt x="214944" y="227078"/>
                  </a:lnTo>
                  <a:lnTo>
                    <a:pt x="214944" y="1094075"/>
                  </a:lnTo>
                  <a:lnTo>
                    <a:pt x="493302" y="1094075"/>
                  </a:lnTo>
                  <a:lnTo>
                    <a:pt x="493302" y="690911"/>
                  </a:lnTo>
                  <a:cubicBezTo>
                    <a:pt x="493302" y="444730"/>
                    <a:pt x="522950" y="335958"/>
                    <a:pt x="768409" y="335958"/>
                  </a:cubicBezTo>
                  <a:lnTo>
                    <a:pt x="848471" y="335958"/>
                  </a:lnTo>
                  <a:lnTo>
                    <a:pt x="848471" y="2528"/>
                  </a:lnTo>
                  <a:lnTo>
                    <a:pt x="834207" y="25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9" name="Freihandform: Form 58">
              <a:extLst>
                <a:ext uri="{FF2B5EF4-FFF2-40B4-BE49-F238E27FC236}">
                  <a16:creationId xmlns:a16="http://schemas.microsoft.com/office/drawing/2014/main" id="{8DE2C371-FD21-8576-F825-518F5A31D38C}"/>
                </a:ext>
              </a:extLst>
            </p:cNvPr>
            <p:cNvSpPr/>
            <p:nvPr/>
          </p:nvSpPr>
          <p:spPr>
            <a:xfrm>
              <a:off x="7359955" y="2808294"/>
              <a:ext cx="682026" cy="1086021"/>
            </a:xfrm>
            <a:custGeom>
              <a:avLst/>
              <a:gdLst>
                <a:gd name="connsiteX0" fmla="*/ 0 w 682026"/>
                <a:gd name="connsiteY0" fmla="*/ 1086021 h 1086021"/>
                <a:gd name="connsiteX1" fmla="*/ 286772 w 682026"/>
                <a:gd name="connsiteY1" fmla="*/ 1086021 h 1086021"/>
                <a:gd name="connsiteX2" fmla="*/ 682027 w 682026"/>
                <a:gd name="connsiteY2" fmla="*/ 0 h 1086021"/>
                <a:gd name="connsiteX3" fmla="*/ 395291 w 682026"/>
                <a:gd name="connsiteY3" fmla="*/ 0 h 1086021"/>
                <a:gd name="connsiteX4" fmla="*/ 0 w 682026"/>
                <a:gd name="connsiteY4" fmla="*/ 1086021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026" h="1086021">
                  <a:moveTo>
                    <a:pt x="0" y="1086021"/>
                  </a:moveTo>
                  <a:lnTo>
                    <a:pt x="286772" y="1086021"/>
                  </a:lnTo>
                  <a:lnTo>
                    <a:pt x="682027" y="0"/>
                  </a:lnTo>
                  <a:lnTo>
                    <a:pt x="395291" y="0"/>
                  </a:lnTo>
                  <a:lnTo>
                    <a:pt x="0" y="1086021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0" name="Freihandform: Form 59">
              <a:extLst>
                <a:ext uri="{FF2B5EF4-FFF2-40B4-BE49-F238E27FC236}">
                  <a16:creationId xmlns:a16="http://schemas.microsoft.com/office/drawing/2014/main" id="{EFDCC0BC-CD29-447C-BB44-8F112D0DA778}"/>
                </a:ext>
              </a:extLst>
            </p:cNvPr>
            <p:cNvSpPr/>
            <p:nvPr/>
          </p:nvSpPr>
          <p:spPr>
            <a:xfrm>
              <a:off x="3838015" y="4167870"/>
              <a:ext cx="1029649" cy="1116969"/>
            </a:xfrm>
            <a:custGeom>
              <a:avLst/>
              <a:gdLst>
                <a:gd name="connsiteX0" fmla="*/ 671879 w 1029649"/>
                <a:gd name="connsiteY0" fmla="*/ 898668 h 1116969"/>
                <a:gd name="connsiteX1" fmla="*/ 329385 w 1029649"/>
                <a:gd name="connsiteY1" fmla="*/ 1116970 h 1116969"/>
                <a:gd name="connsiteX2" fmla="*/ 0 w 1029649"/>
                <a:gd name="connsiteY2" fmla="*/ 837601 h 1116969"/>
                <a:gd name="connsiteX3" fmla="*/ 390452 w 1029649"/>
                <a:gd name="connsiteY3" fmla="*/ 499477 h 1116969"/>
                <a:gd name="connsiteX4" fmla="*/ 669676 w 1029649"/>
                <a:gd name="connsiteY4" fmla="*/ 416598 h 1116969"/>
                <a:gd name="connsiteX5" fmla="*/ 669676 w 1029649"/>
                <a:gd name="connsiteY5" fmla="*/ 392619 h 1116969"/>
                <a:gd name="connsiteX6" fmla="*/ 484273 w 1029649"/>
                <a:gd name="connsiteY6" fmla="*/ 224658 h 1116969"/>
                <a:gd name="connsiteX7" fmla="*/ 235600 w 1029649"/>
                <a:gd name="connsiteY7" fmla="*/ 383916 h 1116969"/>
                <a:gd name="connsiteX8" fmla="*/ 8739 w 1029649"/>
                <a:gd name="connsiteY8" fmla="*/ 261746 h 1116969"/>
                <a:gd name="connsiteX9" fmla="*/ 514825 w 1029649"/>
                <a:gd name="connsiteY9" fmla="*/ 0 h 1116969"/>
                <a:gd name="connsiteX10" fmla="*/ 966379 w 1029649"/>
                <a:gd name="connsiteY10" fmla="*/ 410097 h 1116969"/>
                <a:gd name="connsiteX11" fmla="*/ 966379 w 1029649"/>
                <a:gd name="connsiteY11" fmla="*/ 763498 h 1116969"/>
                <a:gd name="connsiteX12" fmla="*/ 1029649 w 1029649"/>
                <a:gd name="connsiteY12" fmla="*/ 1114189 h 1116969"/>
                <a:gd name="connsiteX13" fmla="*/ 726446 w 1029649"/>
                <a:gd name="connsiteY13" fmla="*/ 1114189 h 1116969"/>
                <a:gd name="connsiteX14" fmla="*/ 671915 w 1029649"/>
                <a:gd name="connsiteY14" fmla="*/ 898740 h 1116969"/>
                <a:gd name="connsiteX15" fmla="*/ 677152 w 1029649"/>
                <a:gd name="connsiteY15" fmla="*/ 712615 h 1116969"/>
                <a:gd name="connsiteX16" fmla="*/ 677152 w 1029649"/>
                <a:gd name="connsiteY16" fmla="*/ 544473 h 1116969"/>
                <a:gd name="connsiteX17" fmla="*/ 677152 w 1029649"/>
                <a:gd name="connsiteY17" fmla="*/ 544473 h 1116969"/>
                <a:gd name="connsiteX18" fmla="*/ 533170 w 1029649"/>
                <a:gd name="connsiteY18" fmla="*/ 606334 h 1116969"/>
                <a:gd name="connsiteX19" fmla="*/ 308476 w 1029649"/>
                <a:gd name="connsiteY19" fmla="*/ 784588 h 1116969"/>
                <a:gd name="connsiteX20" fmla="*/ 441552 w 1029649"/>
                <a:gd name="connsiteY20" fmla="*/ 919830 h 1116969"/>
                <a:gd name="connsiteX21" fmla="*/ 677152 w 1029649"/>
                <a:gd name="connsiteY21" fmla="*/ 712615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9649" h="1116969">
                  <a:moveTo>
                    <a:pt x="671879" y="898668"/>
                  </a:moveTo>
                  <a:cubicBezTo>
                    <a:pt x="621068" y="1043155"/>
                    <a:pt x="486476" y="1116970"/>
                    <a:pt x="329385" y="1116970"/>
                  </a:cubicBezTo>
                  <a:cubicBezTo>
                    <a:pt x="119967" y="1116970"/>
                    <a:pt x="0" y="1018635"/>
                    <a:pt x="0" y="837601"/>
                  </a:cubicBezTo>
                  <a:cubicBezTo>
                    <a:pt x="0" y="630350"/>
                    <a:pt x="163591" y="545304"/>
                    <a:pt x="390452" y="499477"/>
                  </a:cubicBezTo>
                  <a:cubicBezTo>
                    <a:pt x="578058" y="460222"/>
                    <a:pt x="660937" y="440577"/>
                    <a:pt x="669676" y="416598"/>
                  </a:cubicBezTo>
                  <a:lnTo>
                    <a:pt x="669676" y="392619"/>
                  </a:lnTo>
                  <a:cubicBezTo>
                    <a:pt x="669676" y="287928"/>
                    <a:pt x="617313" y="224658"/>
                    <a:pt x="484273" y="224658"/>
                  </a:cubicBezTo>
                  <a:cubicBezTo>
                    <a:pt x="351233" y="224658"/>
                    <a:pt x="270485" y="303167"/>
                    <a:pt x="235600" y="383916"/>
                  </a:cubicBezTo>
                  <a:lnTo>
                    <a:pt x="8739" y="261746"/>
                  </a:lnTo>
                  <a:cubicBezTo>
                    <a:pt x="87285" y="100321"/>
                    <a:pt x="279224" y="0"/>
                    <a:pt x="514825" y="0"/>
                  </a:cubicBezTo>
                  <a:cubicBezTo>
                    <a:pt x="822398" y="0"/>
                    <a:pt x="966379" y="143982"/>
                    <a:pt x="966379" y="410097"/>
                  </a:cubicBezTo>
                  <a:lnTo>
                    <a:pt x="966379" y="763498"/>
                  </a:lnTo>
                  <a:cubicBezTo>
                    <a:pt x="966379" y="990358"/>
                    <a:pt x="992561" y="1083674"/>
                    <a:pt x="1029649" y="1114189"/>
                  </a:cubicBezTo>
                  <a:lnTo>
                    <a:pt x="726446" y="1114189"/>
                  </a:lnTo>
                  <a:cubicBezTo>
                    <a:pt x="700264" y="1090210"/>
                    <a:pt x="678452" y="1023077"/>
                    <a:pt x="671915" y="898740"/>
                  </a:cubicBezTo>
                  <a:close/>
                  <a:moveTo>
                    <a:pt x="677152" y="712615"/>
                  </a:moveTo>
                  <a:lnTo>
                    <a:pt x="677152" y="544473"/>
                  </a:lnTo>
                  <a:lnTo>
                    <a:pt x="677152" y="544473"/>
                  </a:lnTo>
                  <a:cubicBezTo>
                    <a:pt x="647575" y="571811"/>
                    <a:pt x="611715" y="582356"/>
                    <a:pt x="533170" y="606334"/>
                  </a:cubicBezTo>
                  <a:cubicBezTo>
                    <a:pt x="384855" y="647792"/>
                    <a:pt x="308476" y="686433"/>
                    <a:pt x="308476" y="784588"/>
                  </a:cubicBezTo>
                  <a:cubicBezTo>
                    <a:pt x="308476" y="871836"/>
                    <a:pt x="369543" y="919830"/>
                    <a:pt x="441552" y="919830"/>
                  </a:cubicBezTo>
                  <a:cubicBezTo>
                    <a:pt x="550612" y="919830"/>
                    <a:pt x="655340" y="839118"/>
                    <a:pt x="677152" y="71261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1" name="Freihandform: Form 60">
              <a:extLst>
                <a:ext uri="{FF2B5EF4-FFF2-40B4-BE49-F238E27FC236}">
                  <a16:creationId xmlns:a16="http://schemas.microsoft.com/office/drawing/2014/main" id="{4F2C618E-5F80-55D3-8B82-79EF469C0707}"/>
                </a:ext>
              </a:extLst>
            </p:cNvPr>
            <p:cNvSpPr/>
            <p:nvPr/>
          </p:nvSpPr>
          <p:spPr>
            <a:xfrm>
              <a:off x="8099474" y="4191379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7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6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7"/>
                    <a:pt x="438410" y="1100177"/>
                  </a:cubicBezTo>
                  <a:cubicBezTo>
                    <a:pt x="257159" y="1100177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2" name="Freihandform: Form 61">
              <a:extLst>
                <a:ext uri="{FF2B5EF4-FFF2-40B4-BE49-F238E27FC236}">
                  <a16:creationId xmlns:a16="http://schemas.microsoft.com/office/drawing/2014/main" id="{2D411268-C4D2-599D-CD71-239E9A3E3C2C}"/>
                </a:ext>
              </a:extLst>
            </p:cNvPr>
            <p:cNvSpPr/>
            <p:nvPr/>
          </p:nvSpPr>
          <p:spPr>
            <a:xfrm>
              <a:off x="8099474" y="2807536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8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7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8"/>
                    <a:pt x="438410" y="1100178"/>
                  </a:cubicBezTo>
                  <a:cubicBezTo>
                    <a:pt x="257159" y="1100178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4CE462CA-89BE-AB4B-7D18-5CAB943ECA86}"/>
              </a:ext>
            </a:extLst>
          </p:cNvPr>
          <p:cNvCxnSpPr/>
          <p:nvPr/>
        </p:nvCxnSpPr>
        <p:spPr>
          <a:xfrm>
            <a:off x="0" y="2382733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C869E5AB-2022-7403-8139-D63582918592}"/>
              </a:ext>
            </a:extLst>
          </p:cNvPr>
          <p:cNvCxnSpPr/>
          <p:nvPr/>
        </p:nvCxnSpPr>
        <p:spPr>
          <a:xfrm>
            <a:off x="0" y="3566484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D12AF3B3-0DDC-D5A8-DD76-CF9061CF894D}"/>
              </a:ext>
            </a:extLst>
          </p:cNvPr>
          <p:cNvCxnSpPr/>
          <p:nvPr/>
        </p:nvCxnSpPr>
        <p:spPr>
          <a:xfrm>
            <a:off x="0" y="4693615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1FE968E4-45B2-B316-295B-731E469E743A}"/>
              </a:ext>
            </a:extLst>
          </p:cNvPr>
          <p:cNvCxnSpPr/>
          <p:nvPr/>
        </p:nvCxnSpPr>
        <p:spPr>
          <a:xfrm>
            <a:off x="0" y="306288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9" name="Aussageueberschrift"/>
          <p:cNvSpPr txBox="1"/>
          <p:nvPr/>
        </p:nvSpPr>
        <p:spPr>
          <a:xfrm>
            <a:off x="301752" y="384048"/>
            <a:ext cx="1158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chemeClr val="bg1"/>
                </a:solidFill>
                <a:latin typeface="Arial"/>
              </a:rPr>
              <a:t>Acht prüfbare Teilfragen konkretisieren die vier Handlungsfelder</a:t>
            </a:r>
          </a:p>
        </p:txBody>
      </p:sp>
    </p:spTree>
    <p:extLst>
      <p:ext uri="{BB962C8B-B14F-4D97-AF65-F5344CB8AC3E}">
        <p14:creationId xmlns:p14="http://schemas.microsoft.com/office/powerpoint/2010/main" val="619333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9A9CF-67C7-4D79-04F0-ED952B4C9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161B2D3E-3251-B7AE-3B2D-DD34A8B7AAB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3651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99" imgH="499" progId="TCLayout.ActiveDocument.1">
                  <p:embed/>
                </p:oleObj>
              </mc:Choice>
              <mc:Fallback>
                <p:oleObj name="think-cell Folie" r:id="rId4" imgW="499" imgH="499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1B2D3E-3251-B7AE-3B2D-DD34A8B7AA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1ACB8B5-2901-1522-1BEA-4BF0F253D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16.07.2026</a:t>
            </a:r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15935FE-B6B8-9669-07D5-9E726E86D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FESG Transformationsprojekt – Zwischenergebnisse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29E12BA-4E8C-506A-BF9A-389954B80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3C057F-5918-FCCD-7284-58E2904F3053}"/>
              </a:ext>
            </a:extLst>
          </p:cNvPr>
          <p:cNvSpPr txBox="1"/>
          <p:nvPr/>
        </p:nvSpPr>
        <p:spPr>
          <a:xfrm>
            <a:off x="384177" y="908050"/>
            <a:ext cx="1158716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de-DE" sz="2400" b="1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DREI BRUCHSTELLEN VERHINDERN TRANSPARENZ &amp; STEUERBARKEIT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8846CE7-EC61-2D11-7429-7D97302C175A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2AE8755-F939-53CB-3D8C-5B44920D86BC}"/>
              </a:ext>
            </a:extLst>
          </p:cNvPr>
          <p:cNvSpPr txBox="1"/>
          <p:nvPr/>
        </p:nvSpPr>
        <p:spPr>
          <a:xfrm>
            <a:off x="1292818" y="-1488"/>
            <a:ext cx="1136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de-DE"/>
              <a:t>01 | Kontext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9C4BBBF-2D51-D6C1-68BB-2EE4650E2F29}"/>
              </a:ext>
            </a:extLst>
          </p:cNvPr>
          <p:cNvSpPr txBox="1"/>
          <p:nvPr/>
        </p:nvSpPr>
        <p:spPr>
          <a:xfrm>
            <a:off x="3159326" y="-1489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chemeClr val="bg1"/>
                </a:solidFill>
              </a:rPr>
              <a:t>02 | Struktur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822FE34-302B-D978-D65F-E69ABE53A420}"/>
              </a:ext>
            </a:extLst>
          </p:cNvPr>
          <p:cNvSpPr txBox="1"/>
          <p:nvPr/>
        </p:nvSpPr>
        <p:spPr>
          <a:xfrm>
            <a:off x="7339582" y="-1489"/>
            <a:ext cx="13452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chemeClr val="bg1"/>
                </a:solidFill>
              </a:rPr>
              <a:t>04 | Prioritäten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EA34F24-A856-DE6C-D5FC-657EB07FE04D}"/>
              </a:ext>
            </a:extLst>
          </p:cNvPr>
          <p:cNvSpPr txBox="1"/>
          <p:nvPr/>
        </p:nvSpPr>
        <p:spPr>
          <a:xfrm>
            <a:off x="5045071" y="-1489"/>
            <a:ext cx="165622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r>
              <a:rPr lang="de-DE"/>
              <a:t>03 | Erkenntnisse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4FD38560-91AF-98D3-2449-71E58E2D8E2D}"/>
              </a:ext>
            </a:extLst>
          </p:cNvPr>
          <p:cNvSpPr txBox="1"/>
          <p:nvPr/>
        </p:nvSpPr>
        <p:spPr>
          <a:xfrm>
            <a:off x="9414480" y="-1489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chemeClr val="bg1"/>
                </a:solidFill>
              </a:rPr>
              <a:t>05 | Empfehlungen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292BD555-DD0D-62CD-875D-5CC390C8D432}"/>
              </a:ext>
            </a:extLst>
          </p:cNvPr>
          <p:cNvCxnSpPr/>
          <p:nvPr/>
        </p:nvCxnSpPr>
        <p:spPr>
          <a:xfrm>
            <a:off x="0" y="4102931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F28AF1E-8B4E-321C-41F2-85350E6AFA9B}"/>
              </a:ext>
            </a:extLst>
          </p:cNvPr>
          <p:cNvCxnSpPr>
            <a:cxnSpLocks/>
          </p:cNvCxnSpPr>
          <p:nvPr/>
        </p:nvCxnSpPr>
        <p:spPr>
          <a:xfrm flipV="1">
            <a:off x="8011413" y="1881499"/>
            <a:ext cx="0" cy="268313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8105115E-F1F2-032C-EDB5-A5E7BF5D31A9}"/>
              </a:ext>
            </a:extLst>
          </p:cNvPr>
          <p:cNvCxnSpPr>
            <a:cxnSpLocks/>
          </p:cNvCxnSpPr>
          <p:nvPr/>
        </p:nvCxnSpPr>
        <p:spPr>
          <a:xfrm flipV="1">
            <a:off x="304800" y="1881499"/>
            <a:ext cx="0" cy="406845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00693903-ACC4-E88E-4EC6-E7541EAAD271}"/>
              </a:ext>
            </a:extLst>
          </p:cNvPr>
          <p:cNvCxnSpPr>
            <a:cxnSpLocks/>
          </p:cNvCxnSpPr>
          <p:nvPr/>
        </p:nvCxnSpPr>
        <p:spPr>
          <a:xfrm flipV="1">
            <a:off x="11885867" y="1881499"/>
            <a:ext cx="0" cy="406845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FED79054-9AEF-A943-9C0B-A5CF5538653C}"/>
              </a:ext>
            </a:extLst>
          </p:cNvPr>
          <p:cNvCxnSpPr/>
          <p:nvPr/>
        </p:nvCxnSpPr>
        <p:spPr>
          <a:xfrm>
            <a:off x="0" y="4564638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BBBDE0C-EAAB-8568-74CA-1BAA64653E56}"/>
              </a:ext>
            </a:extLst>
          </p:cNvPr>
          <p:cNvCxnSpPr/>
          <p:nvPr/>
        </p:nvCxnSpPr>
        <p:spPr>
          <a:xfrm>
            <a:off x="0" y="1881499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44C5D512-1763-B064-8D85-A08B505F3BF1}"/>
              </a:ext>
            </a:extLst>
          </p:cNvPr>
          <p:cNvCxnSpPr/>
          <p:nvPr/>
        </p:nvCxnSpPr>
        <p:spPr>
          <a:xfrm>
            <a:off x="7697" y="2417215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48C13D86-5369-5898-0BCD-8A660AAADA8C}"/>
              </a:ext>
            </a:extLst>
          </p:cNvPr>
          <p:cNvCxnSpPr>
            <a:cxnSpLocks/>
          </p:cNvCxnSpPr>
          <p:nvPr/>
        </p:nvCxnSpPr>
        <p:spPr>
          <a:xfrm flipV="1">
            <a:off x="4149954" y="1881499"/>
            <a:ext cx="0" cy="268313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8" name="TextBox 52">
            <a:extLst>
              <a:ext uri="{FF2B5EF4-FFF2-40B4-BE49-F238E27FC236}">
                <a16:creationId xmlns:a16="http://schemas.microsoft.com/office/drawing/2014/main" id="{AFE2AE27-D154-14B7-AB08-80B9A9E45B54}"/>
              </a:ext>
            </a:extLst>
          </p:cNvPr>
          <p:cNvSpPr txBox="1"/>
          <p:nvPr/>
        </p:nvSpPr>
        <p:spPr>
          <a:xfrm>
            <a:off x="384178" y="2024661"/>
            <a:ext cx="3732228" cy="32087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de-DE" sz="1600" b="1">
                <a:solidFill>
                  <a:schemeClr val="accent3">
                    <a:lumMod val="50000"/>
                  </a:schemeClr>
                </a:solidFill>
                <a:latin typeface="+mj-lt"/>
              </a:rPr>
              <a:t>01 | MANAGEMENT CONSULTING</a:t>
            </a:r>
          </a:p>
        </p:txBody>
      </p:sp>
      <p:sp>
        <p:nvSpPr>
          <p:cNvPr id="34" name="TextBox 54">
            <a:extLst>
              <a:ext uri="{FF2B5EF4-FFF2-40B4-BE49-F238E27FC236}">
                <a16:creationId xmlns:a16="http://schemas.microsoft.com/office/drawing/2014/main" id="{A2FD1F40-6D99-C3AF-981B-7634F34C1174}"/>
              </a:ext>
            </a:extLst>
          </p:cNvPr>
          <p:cNvSpPr txBox="1"/>
          <p:nvPr/>
        </p:nvSpPr>
        <p:spPr>
          <a:xfrm>
            <a:off x="384178" y="2566484"/>
            <a:ext cx="349777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de-DE" sz="1600" b="1">
                <a:solidFill>
                  <a:schemeClr val="accent3">
                    <a:lumMod val="50000"/>
                  </a:schemeClr>
                </a:solidFill>
                <a:latin typeface="+mj-lt"/>
              </a:rPr>
              <a:t>KPI-Logiken ohne</a:t>
            </a:r>
          </a:p>
          <a:p>
            <a:pPr algn="l">
              <a:lnSpc>
                <a:spcPct val="92000"/>
              </a:lnSpc>
            </a:pPr>
            <a:r>
              <a:rPr lang="de-DE" sz="1600" b="1">
                <a:solidFill>
                  <a:schemeClr val="accent3">
                    <a:lumMod val="50000"/>
                  </a:schemeClr>
                </a:solidFill>
                <a:latin typeface="+mj-lt"/>
              </a:rPr>
              <a:t>einheitliche Verankerung</a:t>
            </a:r>
          </a:p>
        </p:txBody>
      </p:sp>
      <p:sp>
        <p:nvSpPr>
          <p:cNvPr id="35" name="TextBox 60">
            <a:extLst>
              <a:ext uri="{FF2B5EF4-FFF2-40B4-BE49-F238E27FC236}">
                <a16:creationId xmlns:a16="http://schemas.microsoft.com/office/drawing/2014/main" id="{EE6EE29E-931C-D523-3B2B-F06F079CDFB0}"/>
              </a:ext>
            </a:extLst>
          </p:cNvPr>
          <p:cNvSpPr txBox="1"/>
          <p:nvPr/>
        </p:nvSpPr>
        <p:spPr>
          <a:xfrm>
            <a:off x="4268807" y="2566484"/>
            <a:ext cx="3518945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de-DE" sz="1600" b="1">
                <a:solidFill>
                  <a:schemeClr val="accent3">
                    <a:lumMod val="50000"/>
                  </a:schemeClr>
                </a:solidFill>
                <a:latin typeface="+mj-lt"/>
              </a:rPr>
              <a:t>Kontrollen wirken</a:t>
            </a:r>
          </a:p>
          <a:p>
            <a:pPr algn="l">
              <a:lnSpc>
                <a:spcPct val="92000"/>
              </a:lnSpc>
            </a:pPr>
            <a:r>
              <a:rPr lang="de-DE" sz="1600" b="1">
                <a:solidFill>
                  <a:schemeClr val="accent3">
                    <a:lumMod val="50000"/>
                  </a:schemeClr>
                </a:solidFill>
                <a:latin typeface="+mj-lt"/>
              </a:rPr>
              <a:t>nicht durchgängig</a:t>
            </a:r>
          </a:p>
        </p:txBody>
      </p:sp>
      <p:sp>
        <p:nvSpPr>
          <p:cNvPr id="36" name="TextBox 66">
            <a:extLst>
              <a:ext uri="{FF2B5EF4-FFF2-40B4-BE49-F238E27FC236}">
                <a16:creationId xmlns:a16="http://schemas.microsoft.com/office/drawing/2014/main" id="{EE714B50-71B5-EFD9-8060-9158A0A2FBB3}"/>
              </a:ext>
            </a:extLst>
          </p:cNvPr>
          <p:cNvSpPr txBox="1"/>
          <p:nvPr/>
        </p:nvSpPr>
        <p:spPr>
          <a:xfrm>
            <a:off x="8101582" y="2566484"/>
            <a:ext cx="373221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de-DE" sz="1600" b="1">
                <a:solidFill>
                  <a:schemeClr val="accent3">
                    <a:lumMod val="50000"/>
                  </a:schemeClr>
                </a:solidFill>
                <a:latin typeface="+mj-lt"/>
              </a:rPr>
              <a:t>Fragmentierte Daten-</a:t>
            </a:r>
          </a:p>
          <a:p>
            <a:pPr algn="l">
              <a:lnSpc>
                <a:spcPct val="92000"/>
              </a:lnSpc>
            </a:pPr>
            <a:r>
              <a:rPr lang="de-DE" sz="1600" b="1">
                <a:solidFill>
                  <a:schemeClr val="accent3">
                    <a:lumMod val="50000"/>
                  </a:schemeClr>
                </a:solidFill>
                <a:latin typeface="+mj-lt"/>
              </a:rPr>
              <a:t>und Systemlandschaft</a:t>
            </a:r>
          </a:p>
        </p:txBody>
      </p:sp>
      <p:sp>
        <p:nvSpPr>
          <p:cNvPr id="40" name="TextBox 52">
            <a:extLst>
              <a:ext uri="{FF2B5EF4-FFF2-40B4-BE49-F238E27FC236}">
                <a16:creationId xmlns:a16="http://schemas.microsoft.com/office/drawing/2014/main" id="{43685628-71C4-7C46-5492-77B7E12F04B1}"/>
              </a:ext>
            </a:extLst>
          </p:cNvPr>
          <p:cNvSpPr txBox="1"/>
          <p:nvPr/>
        </p:nvSpPr>
        <p:spPr>
          <a:xfrm>
            <a:off x="8101583" y="2040387"/>
            <a:ext cx="3732228" cy="32087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de-DE" sz="1600" b="1">
                <a:solidFill>
                  <a:schemeClr val="accent3">
                    <a:lumMod val="50000"/>
                  </a:schemeClr>
                </a:solidFill>
                <a:latin typeface="+mj-lt"/>
              </a:rPr>
              <a:t>03 | TECHNOLOGY &amp; DIGITAL</a:t>
            </a:r>
          </a:p>
        </p:txBody>
      </p:sp>
      <p:sp>
        <p:nvSpPr>
          <p:cNvPr id="41" name="TextBox 52">
            <a:extLst>
              <a:ext uri="{FF2B5EF4-FFF2-40B4-BE49-F238E27FC236}">
                <a16:creationId xmlns:a16="http://schemas.microsoft.com/office/drawing/2014/main" id="{94A9B43B-9B7D-C47E-7C56-55A0B1D5DCC7}"/>
              </a:ext>
            </a:extLst>
          </p:cNvPr>
          <p:cNvSpPr txBox="1"/>
          <p:nvPr/>
        </p:nvSpPr>
        <p:spPr>
          <a:xfrm>
            <a:off x="4268806" y="2024661"/>
            <a:ext cx="3732228" cy="32087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de-DE" sz="1600" b="1">
                <a:solidFill>
                  <a:schemeClr val="accent3">
                    <a:lumMod val="50000"/>
                  </a:schemeClr>
                </a:solidFill>
                <a:latin typeface="+mj-lt"/>
              </a:rPr>
              <a:t>02 | RISK &amp; CONTROLLING</a:t>
            </a:r>
          </a:p>
        </p:txBody>
      </p:sp>
      <p:sp>
        <p:nvSpPr>
          <p:cNvPr id="42" name="TextBox 55">
            <a:extLst>
              <a:ext uri="{FF2B5EF4-FFF2-40B4-BE49-F238E27FC236}">
                <a16:creationId xmlns:a16="http://schemas.microsoft.com/office/drawing/2014/main" id="{A2C1BAF8-BC9A-96CE-A947-DB95AC3F3128}"/>
              </a:ext>
            </a:extLst>
          </p:cNvPr>
          <p:cNvSpPr txBox="1"/>
          <p:nvPr/>
        </p:nvSpPr>
        <p:spPr>
          <a:xfrm>
            <a:off x="384178" y="3198108"/>
            <a:ext cx="3255539" cy="713635"/>
          </a:xfrm>
          <a:prstGeom prst="rect">
            <a:avLst/>
          </a:prstGeom>
          <a:noFill/>
        </p:spPr>
        <p:txBody>
          <a:bodyPr wrap="square" lIns="0" tIns="0" rIns="27432" bIns="0" anchor="t">
            <a:noAutofit/>
          </a:bodyPr>
          <a:lstStyle/>
          <a:p>
            <a:pPr algn="l"/>
            <a:r>
              <a:rPr lang="de-DE" sz="1400" b="0" i="1">
                <a:solidFill>
                  <a:srgbClr val="464B4B"/>
                </a:solidFill>
                <a:latin typeface="Arial"/>
              </a:rPr>
              <a:t>Rollen, Verantwortlichkeiten und Steuerungslogiken sind nicht konsistent verzahnt.</a:t>
            </a:r>
          </a:p>
        </p:txBody>
      </p:sp>
      <p:sp>
        <p:nvSpPr>
          <p:cNvPr id="43" name="TextBox 61">
            <a:extLst>
              <a:ext uri="{FF2B5EF4-FFF2-40B4-BE49-F238E27FC236}">
                <a16:creationId xmlns:a16="http://schemas.microsoft.com/office/drawing/2014/main" id="{9B141B32-14A7-704A-BA8E-DAC4130283DE}"/>
              </a:ext>
            </a:extLst>
          </p:cNvPr>
          <p:cNvSpPr txBox="1"/>
          <p:nvPr/>
        </p:nvSpPr>
        <p:spPr>
          <a:xfrm>
            <a:off x="4268806" y="3198108"/>
            <a:ext cx="3067984" cy="713635"/>
          </a:xfrm>
          <a:prstGeom prst="rect">
            <a:avLst/>
          </a:prstGeom>
          <a:noFill/>
        </p:spPr>
        <p:txBody>
          <a:bodyPr wrap="square" lIns="0" tIns="0" rIns="27432" bIns="0" anchor="t">
            <a:noAutofit/>
          </a:bodyPr>
          <a:lstStyle/>
          <a:p>
            <a:pPr algn="l"/>
            <a:r>
              <a:rPr lang="de-DE" sz="1400" b="0" i="1">
                <a:solidFill>
                  <a:srgbClr val="464B4B"/>
                </a:solidFill>
                <a:latin typeface="Arial"/>
              </a:rPr>
              <a:t>Transparenz bleibt punktuell; Risiken werden spät oder uneinheitlich sichtbar.</a:t>
            </a:r>
          </a:p>
        </p:txBody>
      </p:sp>
      <p:sp>
        <p:nvSpPr>
          <p:cNvPr id="44" name="TextBox 67">
            <a:extLst>
              <a:ext uri="{FF2B5EF4-FFF2-40B4-BE49-F238E27FC236}">
                <a16:creationId xmlns:a16="http://schemas.microsoft.com/office/drawing/2014/main" id="{B4E58D38-AACF-1E7B-7D0A-8755A454BF09}"/>
              </a:ext>
            </a:extLst>
          </p:cNvPr>
          <p:cNvSpPr txBox="1"/>
          <p:nvPr/>
        </p:nvSpPr>
        <p:spPr>
          <a:xfrm>
            <a:off x="8101583" y="3198108"/>
            <a:ext cx="3067984" cy="713635"/>
          </a:xfrm>
          <a:prstGeom prst="rect">
            <a:avLst/>
          </a:prstGeom>
          <a:noFill/>
        </p:spPr>
        <p:txBody>
          <a:bodyPr wrap="square" lIns="0" tIns="0" rIns="27432" bIns="0" anchor="t">
            <a:noAutofit/>
          </a:bodyPr>
          <a:lstStyle/>
          <a:p>
            <a:pPr algn="l"/>
            <a:r>
              <a:rPr lang="de-DE" sz="1400" b="0" i="1">
                <a:solidFill>
                  <a:srgbClr val="464B4B"/>
                </a:solidFill>
                <a:latin typeface="Arial"/>
              </a:rPr>
              <a:t>Medienbrüche verhindern ein konsistentes Bild über Prozesse und Performance.</a:t>
            </a:r>
          </a:p>
        </p:txBody>
      </p:sp>
      <p:sp>
        <p:nvSpPr>
          <p:cNvPr id="46" name="TextBox 57">
            <a:extLst>
              <a:ext uri="{FF2B5EF4-FFF2-40B4-BE49-F238E27FC236}">
                <a16:creationId xmlns:a16="http://schemas.microsoft.com/office/drawing/2014/main" id="{B086F365-A853-DF14-5C82-CB5C2B6D5687}"/>
              </a:ext>
            </a:extLst>
          </p:cNvPr>
          <p:cNvSpPr txBox="1">
            <a:spLocks/>
          </p:cNvSpPr>
          <p:nvPr/>
        </p:nvSpPr>
        <p:spPr>
          <a:xfrm>
            <a:off x="441122" y="4183624"/>
            <a:ext cx="3618340" cy="2743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200" b="1">
                <a:solidFill>
                  <a:schemeClr val="bg1"/>
                </a:solidFill>
                <a:latin typeface="Arial"/>
              </a:rPr>
              <a:t>Hoher Abstimmungsaufwand</a:t>
            </a:r>
          </a:p>
        </p:txBody>
      </p:sp>
      <p:sp>
        <p:nvSpPr>
          <p:cNvPr id="47" name="TextBox 63">
            <a:extLst>
              <a:ext uri="{FF2B5EF4-FFF2-40B4-BE49-F238E27FC236}">
                <a16:creationId xmlns:a16="http://schemas.microsoft.com/office/drawing/2014/main" id="{5E157C17-66D3-DB05-F55B-32C26C2ABE34}"/>
              </a:ext>
            </a:extLst>
          </p:cNvPr>
          <p:cNvSpPr txBox="1">
            <a:spLocks/>
          </p:cNvSpPr>
          <p:nvPr/>
        </p:nvSpPr>
        <p:spPr>
          <a:xfrm>
            <a:off x="4299824" y="4183624"/>
            <a:ext cx="3618340" cy="2743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200" b="1">
                <a:solidFill>
                  <a:schemeClr val="bg1"/>
                </a:solidFill>
                <a:latin typeface="Arial"/>
              </a:rPr>
              <a:t>Compliance-Risiken</a:t>
            </a:r>
          </a:p>
        </p:txBody>
      </p:sp>
      <p:sp>
        <p:nvSpPr>
          <p:cNvPr id="48" name="TextBox 69">
            <a:extLst>
              <a:ext uri="{FF2B5EF4-FFF2-40B4-BE49-F238E27FC236}">
                <a16:creationId xmlns:a16="http://schemas.microsoft.com/office/drawing/2014/main" id="{B42A6DDC-A007-2DC3-7528-D1C3F484CEF7}"/>
              </a:ext>
            </a:extLst>
          </p:cNvPr>
          <p:cNvSpPr txBox="1">
            <a:spLocks/>
          </p:cNvSpPr>
          <p:nvPr/>
        </p:nvSpPr>
        <p:spPr>
          <a:xfrm>
            <a:off x="8158527" y="4183624"/>
            <a:ext cx="3618340" cy="2743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de-DE" sz="1200" b="1">
                <a:solidFill>
                  <a:schemeClr val="bg1"/>
                </a:solidFill>
                <a:latin typeface="Arial"/>
              </a:rPr>
              <a:t>Dateninkonsistenz</a:t>
            </a:r>
          </a:p>
        </p:txBody>
      </p:sp>
      <p:pic>
        <p:nvPicPr>
          <p:cNvPr id="96" name="Grafik 95">
            <a:extLst>
              <a:ext uri="{FF2B5EF4-FFF2-40B4-BE49-F238E27FC236}">
                <a16:creationId xmlns:a16="http://schemas.microsoft.com/office/drawing/2014/main" id="{2E869588-12E4-00C0-EF0C-9E6BC2073C9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" t="38974" r="-63" b="42774"/>
          <a:stretch>
            <a:fillRect/>
          </a:stretch>
        </p:blipFill>
        <p:spPr>
          <a:xfrm>
            <a:off x="0" y="4697991"/>
            <a:ext cx="12192000" cy="1251959"/>
          </a:xfrm>
          <a:prstGeom prst="rect">
            <a:avLst/>
          </a:prstGeom>
          <a:blipFill dpi="0" rotWithShape="1">
            <a:blip>
              <a:alphaModFix amt="3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97" name="Rechteck 96">
            <a:extLst>
              <a:ext uri="{FF2B5EF4-FFF2-40B4-BE49-F238E27FC236}">
                <a16:creationId xmlns:a16="http://schemas.microsoft.com/office/drawing/2014/main" id="{3BFA9310-403C-CA13-9BFB-B08C3EAC915C}"/>
              </a:ext>
            </a:extLst>
          </p:cNvPr>
          <p:cNvSpPr>
            <a:spLocks/>
          </p:cNvSpPr>
          <p:nvPr/>
        </p:nvSpPr>
        <p:spPr>
          <a:xfrm>
            <a:off x="0" y="4697991"/>
            <a:ext cx="12192000" cy="1250471"/>
          </a:xfrm>
          <a:prstGeom prst="rect">
            <a:avLst/>
          </a:prstGeom>
          <a:solidFill>
            <a:schemeClr val="accent3">
              <a:lumMod val="5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" name="TextBox 73">
            <a:extLst>
              <a:ext uri="{FF2B5EF4-FFF2-40B4-BE49-F238E27FC236}">
                <a16:creationId xmlns:a16="http://schemas.microsoft.com/office/drawing/2014/main" id="{C390DBCB-E68B-8656-F644-34E20ED40196}"/>
              </a:ext>
            </a:extLst>
          </p:cNvPr>
          <p:cNvSpPr txBox="1"/>
          <p:nvPr/>
        </p:nvSpPr>
        <p:spPr>
          <a:xfrm>
            <a:off x="384177" y="4919650"/>
            <a:ext cx="11507785" cy="677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de-DE" sz="2000" b="1">
                <a:solidFill>
                  <a:schemeClr val="bg1"/>
                </a:solidFill>
                <a:latin typeface="Arial"/>
              </a:rPr>
              <a:t>Das Problem liegt im Operating Model, nicht in einem Einzelsystem.</a:t>
            </a:r>
          </a:p>
          <a:p>
            <a:pPr>
              <a:spcBef>
                <a:spcPts val="600"/>
              </a:spcBef>
            </a:pPr>
            <a:r>
              <a:rPr lang="de-DE" sz="1600" i="1">
                <a:solidFill>
                  <a:schemeClr val="bg1"/>
                </a:solidFill>
              </a:rPr>
              <a:t>Steuerbarkeit entsteht erst, wenn Governance, Kontrollen und Datenarchitektur gemeinsam harmonisiert werden.</a:t>
            </a:r>
          </a:p>
        </p:txBody>
      </p:sp>
      <p:sp>
        <p:nvSpPr>
          <p:cNvPr id="98" name="Bruecken-Hinweis"/>
          <p:cNvSpPr txBox="1"/>
          <p:nvPr/>
        </p:nvSpPr>
        <p:spPr>
          <a:xfrm>
            <a:off x="342196" y="1287879"/>
            <a:ext cx="11585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 dirty="0">
                <a:solidFill>
                  <a:schemeClr val="tx1"/>
                </a:solidFill>
                <a:latin typeface="Arial"/>
              </a:rPr>
              <a:t>Die vier </a:t>
            </a:r>
            <a:r>
              <a:rPr sz="1100" i="1" dirty="0" err="1">
                <a:solidFill>
                  <a:schemeClr val="tx1"/>
                </a:solidFill>
                <a:latin typeface="Arial"/>
              </a:rPr>
              <a:t>Handlungsfelder</a:t>
            </a:r>
            <a:r>
              <a:rPr sz="1100" i="1" dirty="0">
                <a:solidFill>
                  <a:schemeClr val="tx1"/>
                </a:solidFill>
                <a:latin typeface="Arial"/>
              </a:rPr>
              <a:t> </a:t>
            </a:r>
            <a:r>
              <a:rPr sz="1100" i="1" dirty="0" err="1">
                <a:solidFill>
                  <a:schemeClr val="tx1"/>
                </a:solidFill>
                <a:latin typeface="Arial"/>
              </a:rPr>
              <a:t>aus</a:t>
            </a:r>
            <a:r>
              <a:rPr sz="1100" i="1" dirty="0">
                <a:solidFill>
                  <a:schemeClr val="tx1"/>
                </a:solidFill>
                <a:latin typeface="Arial"/>
              </a:rPr>
              <a:t> dem Issue Tree </a:t>
            </a:r>
            <a:r>
              <a:rPr sz="1100" i="1" dirty="0" err="1">
                <a:solidFill>
                  <a:schemeClr val="tx1"/>
                </a:solidFill>
                <a:latin typeface="Arial"/>
              </a:rPr>
              <a:t>verdichten</a:t>
            </a:r>
            <a:r>
              <a:rPr sz="1100" i="1" dirty="0">
                <a:solidFill>
                  <a:schemeClr val="tx1"/>
                </a:solidFill>
                <a:latin typeface="Arial"/>
              </a:rPr>
              <a:t> </a:t>
            </a:r>
            <a:r>
              <a:rPr sz="1100" i="1" dirty="0" err="1">
                <a:solidFill>
                  <a:schemeClr val="tx1"/>
                </a:solidFill>
                <a:latin typeface="Arial"/>
              </a:rPr>
              <a:t>sich</a:t>
            </a:r>
            <a:r>
              <a:rPr sz="1100" i="1" dirty="0">
                <a:solidFill>
                  <a:schemeClr val="tx1"/>
                </a:solidFill>
                <a:latin typeface="Arial"/>
              </a:rPr>
              <a:t> in der </a:t>
            </a:r>
            <a:r>
              <a:rPr sz="1100" i="1" dirty="0" err="1">
                <a:solidFill>
                  <a:schemeClr val="tx1"/>
                </a:solidFill>
                <a:latin typeface="Arial"/>
              </a:rPr>
              <a:t>Bewertung</a:t>
            </a:r>
            <a:r>
              <a:rPr sz="1100" i="1" dirty="0">
                <a:solidFill>
                  <a:schemeClr val="tx1"/>
                </a:solidFill>
                <a:latin typeface="Arial"/>
              </a:rPr>
              <a:t> auf </a:t>
            </a:r>
            <a:r>
              <a:rPr sz="1100" i="1" dirty="0" err="1">
                <a:solidFill>
                  <a:schemeClr val="tx1"/>
                </a:solidFill>
                <a:latin typeface="Arial"/>
              </a:rPr>
              <a:t>drei</a:t>
            </a:r>
            <a:r>
              <a:rPr sz="1100" i="1" dirty="0">
                <a:solidFill>
                  <a:schemeClr val="tx1"/>
                </a:solidFill>
                <a:latin typeface="Arial"/>
              </a:rPr>
              <a:t> </a:t>
            </a:r>
            <a:r>
              <a:rPr sz="1100" i="1" dirty="0" err="1">
                <a:solidFill>
                  <a:schemeClr val="tx1"/>
                </a:solidFill>
                <a:latin typeface="Arial"/>
              </a:rPr>
              <a:t>Bruchstellen</a:t>
            </a:r>
            <a:r>
              <a:rPr sz="1100" i="1" dirty="0">
                <a:solidFill>
                  <a:schemeClr val="tx1"/>
                </a:solidFill>
                <a:latin typeface="Arial"/>
              </a:rPr>
              <a:t> – Governance-</a:t>
            </a:r>
            <a:r>
              <a:rPr sz="1100" i="1" dirty="0" err="1">
                <a:solidFill>
                  <a:schemeClr val="tx1"/>
                </a:solidFill>
                <a:latin typeface="Arial"/>
              </a:rPr>
              <a:t>Befunde</a:t>
            </a:r>
            <a:r>
              <a:rPr sz="1100" i="1" dirty="0">
                <a:solidFill>
                  <a:schemeClr val="tx1"/>
                </a:solidFill>
                <a:latin typeface="Arial"/>
              </a:rPr>
              <a:t> </a:t>
            </a:r>
            <a:r>
              <a:rPr sz="1100" i="1" dirty="0" err="1">
                <a:solidFill>
                  <a:schemeClr val="tx1"/>
                </a:solidFill>
                <a:latin typeface="Arial"/>
              </a:rPr>
              <a:t>sind</a:t>
            </a:r>
            <a:r>
              <a:rPr sz="1100" i="1" dirty="0">
                <a:solidFill>
                  <a:schemeClr val="tx1"/>
                </a:solidFill>
                <a:latin typeface="Arial"/>
              </a:rPr>
              <a:t> in „Risk &amp; Controlling“ </a:t>
            </a:r>
            <a:r>
              <a:rPr sz="1100" i="1" dirty="0" err="1">
                <a:solidFill>
                  <a:schemeClr val="tx1"/>
                </a:solidFill>
                <a:latin typeface="Arial"/>
              </a:rPr>
              <a:t>enthalten</a:t>
            </a:r>
            <a:r>
              <a:rPr sz="1100" i="1" dirty="0">
                <a:solidFill>
                  <a:schemeClr val="tx1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577215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ACDC99C-2540-2D8D-8E25-8461F08E9ED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68688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99" imgH="499" progId="TCLayout.ActiveDocument.1">
                  <p:embed/>
                </p:oleObj>
              </mc:Choice>
              <mc:Fallback>
                <p:oleObj name="think-cell Folie" r:id="rId3" imgW="499" imgH="499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CDC99C-2540-2D8D-8E25-8461F08E9E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915A8D8-27A4-61B1-1A3B-2B1A8DEE6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16.07.2026</a:t>
            </a:r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05B47D1-6362-ED39-6CB4-EB6FE2485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FESG Transformationsprojekt – Zwischenergebnisse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8CE86D8-D95E-FDA8-D7BD-52C4E0F40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2C6F023-B0D6-3E20-D1B5-84396D753FF5}"/>
              </a:ext>
            </a:extLst>
          </p:cNvPr>
          <p:cNvSpPr txBox="1"/>
          <p:nvPr/>
        </p:nvSpPr>
        <p:spPr>
          <a:xfrm>
            <a:off x="6398396" y="1907695"/>
            <a:ext cx="5336849" cy="260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</a:pPr>
            <a:r>
              <a:rPr lang="de-DE" sz="2600" b="1">
                <a:solidFill>
                  <a:schemeClr val="bg1"/>
                </a:solidFill>
              </a:rPr>
              <a:t>Welche Maßnahmen adressieren in den nächsten 2 Wochen die größten Transparenz- und Steuerungsdefizite und schaffen die Grundlage für eine langfristige Transformation?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7119CED6-78A8-FDCA-CAE5-E16685DA18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5" r="42405"/>
          <a:stretch>
            <a:fillRect/>
          </a:stretch>
        </p:blipFill>
        <p:spPr>
          <a:xfrm>
            <a:off x="-1" y="0"/>
            <a:ext cx="6096001" cy="6858990"/>
          </a:xfrm>
          <a:prstGeom prst="rect">
            <a:avLst/>
          </a:prstGeom>
        </p:spPr>
      </p:pic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B07A6182-3AF1-230F-54BC-442F87787D5F}"/>
              </a:ext>
            </a:extLst>
          </p:cNvPr>
          <p:cNvGrpSpPr>
            <a:grpSpLocks noChangeAspect="1"/>
          </p:cNvGrpSpPr>
          <p:nvPr/>
        </p:nvGrpSpPr>
        <p:grpSpPr>
          <a:xfrm>
            <a:off x="10811963" y="6165233"/>
            <a:ext cx="1079999" cy="453764"/>
            <a:chOff x="1721984" y="2257682"/>
            <a:chExt cx="7247953" cy="3045250"/>
          </a:xfrm>
        </p:grpSpPr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AAE5EEE-37A4-99C9-F13E-E1720A8B070A}"/>
                </a:ext>
              </a:extLst>
            </p:cNvPr>
            <p:cNvSpPr/>
            <p:nvPr/>
          </p:nvSpPr>
          <p:spPr>
            <a:xfrm>
              <a:off x="1721984" y="4167798"/>
              <a:ext cx="1948179" cy="1135134"/>
            </a:xfrm>
            <a:custGeom>
              <a:avLst/>
              <a:gdLst>
                <a:gd name="connsiteX0" fmla="*/ 1948179 w 1948179"/>
                <a:gd name="connsiteY0" fmla="*/ 391066 h 1135134"/>
                <a:gd name="connsiteX1" fmla="*/ 1641834 w 1948179"/>
                <a:gd name="connsiteY1" fmla="*/ 0 h 1135134"/>
                <a:gd name="connsiteX2" fmla="*/ 1272508 w 1948179"/>
                <a:gd name="connsiteY2" fmla="*/ 302012 h 1135134"/>
                <a:gd name="connsiteX3" fmla="*/ 1257305 w 1948179"/>
                <a:gd name="connsiteY3" fmla="*/ 302012 h 1135134"/>
                <a:gd name="connsiteX4" fmla="*/ 955329 w 1948179"/>
                <a:gd name="connsiteY4" fmla="*/ 0 h 1135134"/>
                <a:gd name="connsiteX5" fmla="*/ 581633 w 1948179"/>
                <a:gd name="connsiteY5" fmla="*/ 312846 h 1135134"/>
                <a:gd name="connsiteX6" fmla="*/ 566177 w 1948179"/>
                <a:gd name="connsiteY6" fmla="*/ 312846 h 1135134"/>
                <a:gd name="connsiteX7" fmla="*/ 333646 w 1948179"/>
                <a:gd name="connsiteY7" fmla="*/ 28240 h 1135134"/>
                <a:gd name="connsiteX8" fmla="*/ 223972 w 1948179"/>
                <a:gd name="connsiteY8" fmla="*/ 10870 h 1135134"/>
                <a:gd name="connsiteX9" fmla="*/ 0 w 1948179"/>
                <a:gd name="connsiteY9" fmla="*/ 10870 h 1135134"/>
                <a:gd name="connsiteX10" fmla="*/ 0 w 1948179"/>
                <a:gd name="connsiteY10" fmla="*/ 257990 h 1135134"/>
                <a:gd name="connsiteX11" fmla="*/ 283991 w 1948179"/>
                <a:gd name="connsiteY11" fmla="*/ 258099 h 1135134"/>
                <a:gd name="connsiteX12" fmla="*/ 283991 w 1948179"/>
                <a:gd name="connsiteY12" fmla="*/ 1116717 h 1135134"/>
                <a:gd name="connsiteX13" fmla="*/ 585967 w 1948179"/>
                <a:gd name="connsiteY13" fmla="*/ 1116717 h 1135134"/>
                <a:gd name="connsiteX14" fmla="*/ 585967 w 1948179"/>
                <a:gd name="connsiteY14" fmla="*/ 562710 h 1135134"/>
                <a:gd name="connsiteX15" fmla="*/ 597342 w 1948179"/>
                <a:gd name="connsiteY15" fmla="*/ 466506 h 1135134"/>
                <a:gd name="connsiteX16" fmla="*/ 820592 w 1948179"/>
                <a:gd name="connsiteY16" fmla="*/ 254198 h 1135134"/>
                <a:gd name="connsiteX17" fmla="*/ 968330 w 1948179"/>
                <a:gd name="connsiteY17" fmla="*/ 473656 h 1135134"/>
                <a:gd name="connsiteX18" fmla="*/ 968330 w 1948179"/>
                <a:gd name="connsiteY18" fmla="*/ 1116753 h 1135134"/>
                <a:gd name="connsiteX19" fmla="*/ 1270305 w 1948179"/>
                <a:gd name="connsiteY19" fmla="*/ 1116753 h 1135134"/>
                <a:gd name="connsiteX20" fmla="*/ 1270305 w 1948179"/>
                <a:gd name="connsiteY20" fmla="*/ 549710 h 1135134"/>
                <a:gd name="connsiteX21" fmla="*/ 1511467 w 1948179"/>
                <a:gd name="connsiteY21" fmla="*/ 254234 h 1135134"/>
                <a:gd name="connsiteX22" fmla="*/ 1644001 w 1948179"/>
                <a:gd name="connsiteY22" fmla="*/ 473692 h 1135134"/>
                <a:gd name="connsiteX23" fmla="*/ 1644001 w 1948179"/>
                <a:gd name="connsiteY23" fmla="*/ 833231 h 1135134"/>
                <a:gd name="connsiteX24" fmla="*/ 1948179 w 1948179"/>
                <a:gd name="connsiteY24" fmla="*/ 1135135 h 1135134"/>
                <a:gd name="connsiteX25" fmla="*/ 1948179 w 1948179"/>
                <a:gd name="connsiteY25" fmla="*/ 391102 h 113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179" h="1135134">
                  <a:moveTo>
                    <a:pt x="1948179" y="391066"/>
                  </a:moveTo>
                  <a:cubicBezTo>
                    <a:pt x="1948179" y="149904"/>
                    <a:pt x="1852589" y="0"/>
                    <a:pt x="1641834" y="0"/>
                  </a:cubicBezTo>
                  <a:cubicBezTo>
                    <a:pt x="1468023" y="0"/>
                    <a:pt x="1335489" y="108627"/>
                    <a:pt x="1272508" y="302012"/>
                  </a:cubicBezTo>
                  <a:lnTo>
                    <a:pt x="1257305" y="302012"/>
                  </a:lnTo>
                  <a:cubicBezTo>
                    <a:pt x="1239934" y="128201"/>
                    <a:pt x="1142141" y="0"/>
                    <a:pt x="955329" y="0"/>
                  </a:cubicBezTo>
                  <a:cubicBezTo>
                    <a:pt x="768517" y="0"/>
                    <a:pt x="640317" y="115128"/>
                    <a:pt x="581633" y="312846"/>
                  </a:cubicBezTo>
                  <a:lnTo>
                    <a:pt x="566177" y="312846"/>
                  </a:lnTo>
                  <a:cubicBezTo>
                    <a:pt x="527067" y="181539"/>
                    <a:pt x="455238" y="69770"/>
                    <a:pt x="333646" y="28240"/>
                  </a:cubicBezTo>
                  <a:cubicBezTo>
                    <a:pt x="300820" y="17009"/>
                    <a:pt x="264382" y="10870"/>
                    <a:pt x="223972" y="10870"/>
                  </a:cubicBezTo>
                  <a:lnTo>
                    <a:pt x="0" y="10870"/>
                  </a:lnTo>
                  <a:lnTo>
                    <a:pt x="0" y="257990"/>
                  </a:lnTo>
                  <a:lnTo>
                    <a:pt x="283991" y="258099"/>
                  </a:lnTo>
                  <a:lnTo>
                    <a:pt x="283991" y="1116717"/>
                  </a:lnTo>
                  <a:lnTo>
                    <a:pt x="585967" y="1116717"/>
                  </a:lnTo>
                  <a:lnTo>
                    <a:pt x="585967" y="562710"/>
                  </a:lnTo>
                  <a:cubicBezTo>
                    <a:pt x="586725" y="527536"/>
                    <a:pt x="590806" y="495613"/>
                    <a:pt x="597342" y="466506"/>
                  </a:cubicBezTo>
                  <a:cubicBezTo>
                    <a:pt x="629158" y="324727"/>
                    <a:pt x="723268" y="254198"/>
                    <a:pt x="820592" y="254198"/>
                  </a:cubicBezTo>
                  <a:cubicBezTo>
                    <a:pt x="917916" y="254198"/>
                    <a:pt x="968330" y="297642"/>
                    <a:pt x="968330" y="473656"/>
                  </a:cubicBezTo>
                  <a:lnTo>
                    <a:pt x="968330" y="1116753"/>
                  </a:lnTo>
                  <a:lnTo>
                    <a:pt x="1270305" y="1116753"/>
                  </a:lnTo>
                  <a:lnTo>
                    <a:pt x="1270305" y="549710"/>
                  </a:lnTo>
                  <a:cubicBezTo>
                    <a:pt x="1292045" y="330288"/>
                    <a:pt x="1405006" y="254234"/>
                    <a:pt x="1511467" y="254234"/>
                  </a:cubicBezTo>
                  <a:cubicBezTo>
                    <a:pt x="1617927" y="254234"/>
                    <a:pt x="1644001" y="328121"/>
                    <a:pt x="1644001" y="473692"/>
                  </a:cubicBezTo>
                  <a:lnTo>
                    <a:pt x="1644001" y="833231"/>
                  </a:lnTo>
                  <a:cubicBezTo>
                    <a:pt x="1644001" y="1005923"/>
                    <a:pt x="1755662" y="1125384"/>
                    <a:pt x="1948179" y="1135135"/>
                  </a:cubicBezTo>
                  <a:lnTo>
                    <a:pt x="1948179" y="39110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0FD87E7-3066-9FA0-3521-E86F1E285E10}"/>
                </a:ext>
              </a:extLst>
            </p:cNvPr>
            <p:cNvSpPr/>
            <p:nvPr/>
          </p:nvSpPr>
          <p:spPr>
            <a:xfrm>
              <a:off x="5035697" y="4193979"/>
              <a:ext cx="910332" cy="1088477"/>
            </a:xfrm>
            <a:custGeom>
              <a:avLst/>
              <a:gdLst>
                <a:gd name="connsiteX0" fmla="*/ 326785 w 910332"/>
                <a:gd name="connsiteY0" fmla="*/ 851469 h 1088477"/>
                <a:gd name="connsiteX1" fmla="*/ 897296 w 910332"/>
                <a:gd name="connsiteY1" fmla="*/ 235817 h 1088477"/>
                <a:gd name="connsiteX2" fmla="*/ 897296 w 910332"/>
                <a:gd name="connsiteY2" fmla="*/ 5381 h 1088477"/>
                <a:gd name="connsiteX3" fmla="*/ 897296 w 910332"/>
                <a:gd name="connsiteY3" fmla="*/ 5381 h 1088477"/>
                <a:gd name="connsiteX4" fmla="*/ 897296 w 910332"/>
                <a:gd name="connsiteY4" fmla="*/ 0 h 1088477"/>
                <a:gd name="connsiteX5" fmla="*/ 22535 w 910332"/>
                <a:gd name="connsiteY5" fmla="*/ 0 h 1088477"/>
                <a:gd name="connsiteX6" fmla="*/ 22535 w 910332"/>
                <a:gd name="connsiteY6" fmla="*/ 225958 h 1088477"/>
                <a:gd name="connsiteX7" fmla="*/ 600629 w 910332"/>
                <a:gd name="connsiteY7" fmla="*/ 225958 h 1088477"/>
                <a:gd name="connsiteX8" fmla="*/ 0 w 910332"/>
                <a:gd name="connsiteY8" fmla="*/ 868947 h 1088477"/>
                <a:gd name="connsiteX9" fmla="*/ 0 w 910332"/>
                <a:gd name="connsiteY9" fmla="*/ 1088477 h 1088477"/>
                <a:gd name="connsiteX10" fmla="*/ 910333 w 910332"/>
                <a:gd name="connsiteY10" fmla="*/ 1088477 h 1088477"/>
                <a:gd name="connsiteX11" fmla="*/ 910333 w 910332"/>
                <a:gd name="connsiteY11" fmla="*/ 851469 h 1088477"/>
                <a:gd name="connsiteX12" fmla="*/ 326785 w 910332"/>
                <a:gd name="connsiteY12" fmla="*/ 851469 h 10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0332" h="1088477">
                  <a:moveTo>
                    <a:pt x="326785" y="851469"/>
                  </a:moveTo>
                  <a:lnTo>
                    <a:pt x="897296" y="235817"/>
                  </a:lnTo>
                  <a:lnTo>
                    <a:pt x="897296" y="5381"/>
                  </a:lnTo>
                  <a:lnTo>
                    <a:pt x="897296" y="5381"/>
                  </a:lnTo>
                  <a:lnTo>
                    <a:pt x="897296" y="0"/>
                  </a:lnTo>
                  <a:lnTo>
                    <a:pt x="22535" y="0"/>
                  </a:lnTo>
                  <a:lnTo>
                    <a:pt x="22535" y="225958"/>
                  </a:lnTo>
                  <a:lnTo>
                    <a:pt x="600629" y="225958"/>
                  </a:lnTo>
                  <a:lnTo>
                    <a:pt x="0" y="868947"/>
                  </a:lnTo>
                  <a:lnTo>
                    <a:pt x="0" y="1088477"/>
                  </a:lnTo>
                  <a:lnTo>
                    <a:pt x="910333" y="1088477"/>
                  </a:lnTo>
                  <a:lnTo>
                    <a:pt x="910333" y="851469"/>
                  </a:lnTo>
                  <a:lnTo>
                    <a:pt x="326785" y="851469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8EF9D412-E91A-71AD-113C-E2CF6C85D873}"/>
                </a:ext>
              </a:extLst>
            </p:cNvPr>
            <p:cNvSpPr/>
            <p:nvPr/>
          </p:nvSpPr>
          <p:spPr>
            <a:xfrm>
              <a:off x="6099401" y="4169495"/>
              <a:ext cx="1028023" cy="1115344"/>
            </a:xfrm>
            <a:custGeom>
              <a:avLst/>
              <a:gdLst>
                <a:gd name="connsiteX0" fmla="*/ 670832 w 1028023"/>
                <a:gd name="connsiteY0" fmla="*/ 897368 h 1115344"/>
                <a:gd name="connsiteX1" fmla="*/ 328879 w 1028023"/>
                <a:gd name="connsiteY1" fmla="*/ 1115345 h 1115344"/>
                <a:gd name="connsiteX2" fmla="*/ 0 w 1028023"/>
                <a:gd name="connsiteY2" fmla="*/ 836373 h 1115344"/>
                <a:gd name="connsiteX3" fmla="*/ 389874 w 1028023"/>
                <a:gd name="connsiteY3" fmla="*/ 498754 h 1115344"/>
                <a:gd name="connsiteX4" fmla="*/ 668665 w 1028023"/>
                <a:gd name="connsiteY4" fmla="*/ 415984 h 1115344"/>
                <a:gd name="connsiteX5" fmla="*/ 668665 w 1028023"/>
                <a:gd name="connsiteY5" fmla="*/ 392041 h 1115344"/>
                <a:gd name="connsiteX6" fmla="*/ 483515 w 1028023"/>
                <a:gd name="connsiteY6" fmla="*/ 224333 h 1115344"/>
                <a:gd name="connsiteX7" fmla="*/ 235203 w 1028023"/>
                <a:gd name="connsiteY7" fmla="*/ 383338 h 1115344"/>
                <a:gd name="connsiteX8" fmla="*/ 8703 w 1028023"/>
                <a:gd name="connsiteY8" fmla="*/ 261349 h 1115344"/>
                <a:gd name="connsiteX9" fmla="*/ 513994 w 1028023"/>
                <a:gd name="connsiteY9" fmla="*/ 0 h 1115344"/>
                <a:gd name="connsiteX10" fmla="*/ 964863 w 1028023"/>
                <a:gd name="connsiteY10" fmla="*/ 409483 h 1115344"/>
                <a:gd name="connsiteX11" fmla="*/ 964863 w 1028023"/>
                <a:gd name="connsiteY11" fmla="*/ 762342 h 1115344"/>
                <a:gd name="connsiteX12" fmla="*/ 1028024 w 1028023"/>
                <a:gd name="connsiteY12" fmla="*/ 1112528 h 1115344"/>
                <a:gd name="connsiteX13" fmla="*/ 725290 w 1028023"/>
                <a:gd name="connsiteY13" fmla="*/ 1112528 h 1115344"/>
                <a:gd name="connsiteX14" fmla="*/ 670832 w 1028023"/>
                <a:gd name="connsiteY14" fmla="*/ 897404 h 1115344"/>
                <a:gd name="connsiteX15" fmla="*/ 676104 w 1028023"/>
                <a:gd name="connsiteY15" fmla="*/ 711603 h 1115344"/>
                <a:gd name="connsiteX16" fmla="*/ 676104 w 1028023"/>
                <a:gd name="connsiteY16" fmla="*/ 543715 h 1115344"/>
                <a:gd name="connsiteX17" fmla="*/ 676104 w 1028023"/>
                <a:gd name="connsiteY17" fmla="*/ 543715 h 1115344"/>
                <a:gd name="connsiteX18" fmla="*/ 532339 w 1028023"/>
                <a:gd name="connsiteY18" fmla="*/ 605468 h 1115344"/>
                <a:gd name="connsiteX19" fmla="*/ 308006 w 1028023"/>
                <a:gd name="connsiteY19" fmla="*/ 783468 h 1115344"/>
                <a:gd name="connsiteX20" fmla="*/ 440865 w 1028023"/>
                <a:gd name="connsiteY20" fmla="*/ 918494 h 1115344"/>
                <a:gd name="connsiteX21" fmla="*/ 676104 w 1028023"/>
                <a:gd name="connsiteY21" fmla="*/ 711567 h 111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8023" h="1115344">
                  <a:moveTo>
                    <a:pt x="670832" y="897368"/>
                  </a:moveTo>
                  <a:cubicBezTo>
                    <a:pt x="620093" y="1041639"/>
                    <a:pt x="485681" y="1115345"/>
                    <a:pt x="328879" y="1115345"/>
                  </a:cubicBezTo>
                  <a:cubicBezTo>
                    <a:pt x="119786" y="1115345"/>
                    <a:pt x="0" y="1017154"/>
                    <a:pt x="0" y="836373"/>
                  </a:cubicBezTo>
                  <a:cubicBezTo>
                    <a:pt x="0" y="629447"/>
                    <a:pt x="163374" y="544509"/>
                    <a:pt x="389874" y="498754"/>
                  </a:cubicBezTo>
                  <a:cubicBezTo>
                    <a:pt x="577191" y="459536"/>
                    <a:pt x="659962" y="439963"/>
                    <a:pt x="668665" y="415984"/>
                  </a:cubicBezTo>
                  <a:lnTo>
                    <a:pt x="668665" y="392041"/>
                  </a:lnTo>
                  <a:cubicBezTo>
                    <a:pt x="668665" y="287494"/>
                    <a:pt x="616410" y="224333"/>
                    <a:pt x="483515" y="224333"/>
                  </a:cubicBezTo>
                  <a:cubicBezTo>
                    <a:pt x="350619" y="224333"/>
                    <a:pt x="270052" y="302734"/>
                    <a:pt x="235203" y="383338"/>
                  </a:cubicBezTo>
                  <a:lnTo>
                    <a:pt x="8703" y="261349"/>
                  </a:lnTo>
                  <a:cubicBezTo>
                    <a:pt x="87104" y="100177"/>
                    <a:pt x="278791" y="0"/>
                    <a:pt x="513994" y="0"/>
                  </a:cubicBezTo>
                  <a:cubicBezTo>
                    <a:pt x="821098" y="0"/>
                    <a:pt x="964863" y="143729"/>
                    <a:pt x="964863" y="409483"/>
                  </a:cubicBezTo>
                  <a:lnTo>
                    <a:pt x="964863" y="762342"/>
                  </a:lnTo>
                  <a:cubicBezTo>
                    <a:pt x="964863" y="988841"/>
                    <a:pt x="991008" y="1082013"/>
                    <a:pt x="1028024" y="1112528"/>
                  </a:cubicBezTo>
                  <a:lnTo>
                    <a:pt x="725290" y="1112528"/>
                  </a:lnTo>
                  <a:cubicBezTo>
                    <a:pt x="699144" y="1088585"/>
                    <a:pt x="677368" y="1021560"/>
                    <a:pt x="670832" y="897404"/>
                  </a:cubicBezTo>
                  <a:close/>
                  <a:moveTo>
                    <a:pt x="676104" y="711603"/>
                  </a:moveTo>
                  <a:lnTo>
                    <a:pt x="676104" y="543715"/>
                  </a:lnTo>
                  <a:lnTo>
                    <a:pt x="676104" y="543715"/>
                  </a:lnTo>
                  <a:cubicBezTo>
                    <a:pt x="646564" y="571016"/>
                    <a:pt x="610776" y="581525"/>
                    <a:pt x="532339" y="605468"/>
                  </a:cubicBezTo>
                  <a:cubicBezTo>
                    <a:pt x="384241" y="646853"/>
                    <a:pt x="308006" y="685458"/>
                    <a:pt x="308006" y="783468"/>
                  </a:cubicBezTo>
                  <a:cubicBezTo>
                    <a:pt x="308006" y="870608"/>
                    <a:pt x="369001" y="918494"/>
                    <a:pt x="440865" y="918494"/>
                  </a:cubicBezTo>
                  <a:cubicBezTo>
                    <a:pt x="549782" y="918494"/>
                    <a:pt x="654328" y="837926"/>
                    <a:pt x="676104" y="71156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28906208-7DDF-1025-B503-D421F99C204C}"/>
                </a:ext>
              </a:extLst>
            </p:cNvPr>
            <p:cNvSpPr/>
            <p:nvPr/>
          </p:nvSpPr>
          <p:spPr>
            <a:xfrm>
              <a:off x="4301487" y="2782401"/>
              <a:ext cx="1066448" cy="1110650"/>
            </a:xfrm>
            <a:custGeom>
              <a:avLst/>
              <a:gdLst>
                <a:gd name="connsiteX0" fmla="*/ 0 w 1066448"/>
                <a:gd name="connsiteY0" fmla="*/ 556390 h 1110650"/>
                <a:gd name="connsiteX1" fmla="*/ 541657 w 1066448"/>
                <a:gd name="connsiteY1" fmla="*/ 0 h 1110650"/>
                <a:gd name="connsiteX2" fmla="*/ 1066448 w 1066448"/>
                <a:gd name="connsiteY2" fmla="*/ 545846 h 1110650"/>
                <a:gd name="connsiteX3" fmla="*/ 526923 w 1066448"/>
                <a:gd name="connsiteY3" fmla="*/ 1110650 h 1110650"/>
                <a:gd name="connsiteX4" fmla="*/ 36 w 1066448"/>
                <a:gd name="connsiteY4" fmla="*/ 556354 h 1110650"/>
                <a:gd name="connsiteX5" fmla="*/ 765051 w 1066448"/>
                <a:gd name="connsiteY5" fmla="*/ 550071 h 1110650"/>
                <a:gd name="connsiteX6" fmla="*/ 537431 w 1066448"/>
                <a:gd name="connsiteY6" fmla="*/ 216569 h 1110650"/>
                <a:gd name="connsiteX7" fmla="*/ 305587 w 1066448"/>
                <a:gd name="connsiteY7" fmla="*/ 547976 h 1110650"/>
                <a:gd name="connsiteX8" fmla="*/ 528981 w 1066448"/>
                <a:gd name="connsiteY8" fmla="*/ 892023 h 1110650"/>
                <a:gd name="connsiteX9" fmla="*/ 765051 w 1066448"/>
                <a:gd name="connsiteY9" fmla="*/ 550071 h 111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6448" h="1110650">
                  <a:moveTo>
                    <a:pt x="0" y="556390"/>
                  </a:moveTo>
                  <a:cubicBezTo>
                    <a:pt x="0" y="238164"/>
                    <a:pt x="198115" y="0"/>
                    <a:pt x="541657" y="0"/>
                  </a:cubicBezTo>
                  <a:cubicBezTo>
                    <a:pt x="885198" y="0"/>
                    <a:pt x="1066448" y="214980"/>
                    <a:pt x="1066448" y="545846"/>
                  </a:cubicBezTo>
                  <a:cubicBezTo>
                    <a:pt x="1066448" y="876711"/>
                    <a:pt x="868333" y="1110650"/>
                    <a:pt x="526923" y="1110650"/>
                  </a:cubicBezTo>
                  <a:cubicBezTo>
                    <a:pt x="185512" y="1110650"/>
                    <a:pt x="36" y="893576"/>
                    <a:pt x="36" y="556354"/>
                  </a:cubicBezTo>
                  <a:close/>
                  <a:moveTo>
                    <a:pt x="765051" y="550071"/>
                  </a:moveTo>
                  <a:cubicBezTo>
                    <a:pt x="765051" y="335091"/>
                    <a:pt x="689177" y="216569"/>
                    <a:pt x="537431" y="216569"/>
                  </a:cubicBezTo>
                  <a:cubicBezTo>
                    <a:pt x="385685" y="216569"/>
                    <a:pt x="305587" y="335127"/>
                    <a:pt x="305587" y="547976"/>
                  </a:cubicBezTo>
                  <a:cubicBezTo>
                    <a:pt x="305587" y="760825"/>
                    <a:pt x="379329" y="892023"/>
                    <a:pt x="528981" y="892023"/>
                  </a:cubicBezTo>
                  <a:cubicBezTo>
                    <a:pt x="678633" y="892023"/>
                    <a:pt x="765051" y="769276"/>
                    <a:pt x="765051" y="55007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E2BF3928-AE92-BF66-0F2D-6BA243FB8D3E}"/>
                </a:ext>
              </a:extLst>
            </p:cNvPr>
            <p:cNvSpPr/>
            <p:nvPr/>
          </p:nvSpPr>
          <p:spPr>
            <a:xfrm>
              <a:off x="6410838" y="2808294"/>
              <a:ext cx="1066231" cy="1086021"/>
            </a:xfrm>
            <a:custGeom>
              <a:avLst/>
              <a:gdLst>
                <a:gd name="connsiteX0" fmla="*/ 0 w 1066231"/>
                <a:gd name="connsiteY0" fmla="*/ 1228 h 1086021"/>
                <a:gd name="connsiteX1" fmla="*/ 283955 w 1066231"/>
                <a:gd name="connsiteY1" fmla="*/ 1228 h 1086021"/>
                <a:gd name="connsiteX2" fmla="*/ 526381 w 1066231"/>
                <a:gd name="connsiteY2" fmla="*/ 790691 h 1086021"/>
                <a:gd name="connsiteX3" fmla="*/ 539381 w 1066231"/>
                <a:gd name="connsiteY3" fmla="*/ 790691 h 1086021"/>
                <a:gd name="connsiteX4" fmla="*/ 777545 w 1066231"/>
                <a:gd name="connsiteY4" fmla="*/ 0 h 1086021"/>
                <a:gd name="connsiteX5" fmla="*/ 1066232 w 1066231"/>
                <a:gd name="connsiteY5" fmla="*/ 0 h 1086021"/>
                <a:gd name="connsiteX6" fmla="*/ 675346 w 1066231"/>
                <a:gd name="connsiteY6" fmla="*/ 1086021 h 1086021"/>
                <a:gd name="connsiteX7" fmla="*/ 394821 w 1066231"/>
                <a:gd name="connsiteY7" fmla="*/ 1084866 h 1086021"/>
                <a:gd name="connsiteX8" fmla="*/ 0 w 1066231"/>
                <a:gd name="connsiteY8" fmla="*/ 1228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31" h="1086021">
                  <a:moveTo>
                    <a:pt x="0" y="1228"/>
                  </a:moveTo>
                  <a:lnTo>
                    <a:pt x="283955" y="1228"/>
                  </a:lnTo>
                  <a:lnTo>
                    <a:pt x="526381" y="790691"/>
                  </a:lnTo>
                  <a:lnTo>
                    <a:pt x="539381" y="790691"/>
                  </a:lnTo>
                  <a:lnTo>
                    <a:pt x="777545" y="0"/>
                  </a:lnTo>
                  <a:lnTo>
                    <a:pt x="1066232" y="0"/>
                  </a:lnTo>
                  <a:lnTo>
                    <a:pt x="675346" y="1086021"/>
                  </a:lnTo>
                  <a:lnTo>
                    <a:pt x="394821" y="1084866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A6946C13-A391-A96D-993E-26CE754DD44E}"/>
                </a:ext>
              </a:extLst>
            </p:cNvPr>
            <p:cNvSpPr/>
            <p:nvPr/>
          </p:nvSpPr>
          <p:spPr>
            <a:xfrm>
              <a:off x="3393430" y="2257682"/>
              <a:ext cx="851865" cy="1636633"/>
            </a:xfrm>
            <a:custGeom>
              <a:avLst/>
              <a:gdLst>
                <a:gd name="connsiteX0" fmla="*/ 561374 w 851865"/>
                <a:gd name="connsiteY0" fmla="*/ 396700 h 1636633"/>
                <a:gd name="connsiteX1" fmla="*/ 717454 w 851865"/>
                <a:gd name="connsiteY1" fmla="*/ 227619 h 1636633"/>
                <a:gd name="connsiteX2" fmla="*/ 851866 w 851865"/>
                <a:gd name="connsiteY2" fmla="*/ 247120 h 1636633"/>
                <a:gd name="connsiteX3" fmla="*/ 851866 w 851865"/>
                <a:gd name="connsiteY3" fmla="*/ 26001 h 1636633"/>
                <a:gd name="connsiteX4" fmla="*/ 648117 w 851865"/>
                <a:gd name="connsiteY4" fmla="*/ 0 h 1636633"/>
                <a:gd name="connsiteX5" fmla="*/ 277419 w 851865"/>
                <a:gd name="connsiteY5" fmla="*/ 381496 h 1636633"/>
                <a:gd name="connsiteX6" fmla="*/ 277419 w 851865"/>
                <a:gd name="connsiteY6" fmla="*/ 550576 h 1636633"/>
                <a:gd name="connsiteX7" fmla="*/ 85226 w 851865"/>
                <a:gd name="connsiteY7" fmla="*/ 550576 h 1636633"/>
                <a:gd name="connsiteX8" fmla="*/ 0 w 851865"/>
                <a:gd name="connsiteY8" fmla="*/ 784696 h 1636633"/>
                <a:gd name="connsiteX9" fmla="*/ 277419 w 851865"/>
                <a:gd name="connsiteY9" fmla="*/ 784696 h 1636633"/>
                <a:gd name="connsiteX10" fmla="*/ 277419 w 851865"/>
                <a:gd name="connsiteY10" fmla="*/ 1636634 h 1636633"/>
                <a:gd name="connsiteX11" fmla="*/ 561410 w 851865"/>
                <a:gd name="connsiteY11" fmla="*/ 1636634 h 1636633"/>
                <a:gd name="connsiteX12" fmla="*/ 561410 w 851865"/>
                <a:gd name="connsiteY12" fmla="*/ 767831 h 1636633"/>
                <a:gd name="connsiteX13" fmla="*/ 552743 w 851865"/>
                <a:gd name="connsiteY13" fmla="*/ 784732 h 1636633"/>
                <a:gd name="connsiteX14" fmla="*/ 822650 w 851865"/>
                <a:gd name="connsiteY14" fmla="*/ 784732 h 1636633"/>
                <a:gd name="connsiteX15" fmla="*/ 822650 w 851865"/>
                <a:gd name="connsiteY15" fmla="*/ 550612 h 1636633"/>
                <a:gd name="connsiteX16" fmla="*/ 552743 w 851865"/>
                <a:gd name="connsiteY16" fmla="*/ 550612 h 1636633"/>
                <a:gd name="connsiteX17" fmla="*/ 561410 w 851865"/>
                <a:gd name="connsiteY17" fmla="*/ 585281 h 1636633"/>
                <a:gd name="connsiteX18" fmla="*/ 561410 w 851865"/>
                <a:gd name="connsiteY18" fmla="*/ 396700 h 163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1865" h="1636633">
                  <a:moveTo>
                    <a:pt x="561374" y="396700"/>
                  </a:moveTo>
                  <a:cubicBezTo>
                    <a:pt x="561374" y="273157"/>
                    <a:pt x="602543" y="227619"/>
                    <a:pt x="717454" y="227619"/>
                  </a:cubicBezTo>
                  <a:cubicBezTo>
                    <a:pt x="769492" y="227619"/>
                    <a:pt x="814995" y="236286"/>
                    <a:pt x="851866" y="247120"/>
                  </a:cubicBezTo>
                  <a:lnTo>
                    <a:pt x="851866" y="26001"/>
                  </a:lnTo>
                  <a:cubicBezTo>
                    <a:pt x="810697" y="15167"/>
                    <a:pt x="758658" y="0"/>
                    <a:pt x="648117" y="0"/>
                  </a:cubicBezTo>
                  <a:cubicBezTo>
                    <a:pt x="403164" y="0"/>
                    <a:pt x="277419" y="145246"/>
                    <a:pt x="277419" y="381496"/>
                  </a:cubicBezTo>
                  <a:lnTo>
                    <a:pt x="277419" y="550576"/>
                  </a:lnTo>
                  <a:lnTo>
                    <a:pt x="85226" y="550576"/>
                  </a:lnTo>
                  <a:lnTo>
                    <a:pt x="0" y="784696"/>
                  </a:lnTo>
                  <a:lnTo>
                    <a:pt x="277419" y="784696"/>
                  </a:lnTo>
                  <a:lnTo>
                    <a:pt x="277419" y="1636634"/>
                  </a:lnTo>
                  <a:lnTo>
                    <a:pt x="561410" y="1636634"/>
                  </a:lnTo>
                  <a:lnTo>
                    <a:pt x="561410" y="767831"/>
                  </a:lnTo>
                  <a:lnTo>
                    <a:pt x="552743" y="784732"/>
                  </a:lnTo>
                  <a:lnTo>
                    <a:pt x="822650" y="784732"/>
                  </a:lnTo>
                  <a:lnTo>
                    <a:pt x="822650" y="550612"/>
                  </a:lnTo>
                  <a:lnTo>
                    <a:pt x="552743" y="550612"/>
                  </a:lnTo>
                  <a:lnTo>
                    <a:pt x="561410" y="585281"/>
                  </a:lnTo>
                  <a:lnTo>
                    <a:pt x="561410" y="39670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39B034B2-4EAA-67D4-D0A3-85FA67CF82AE}"/>
                </a:ext>
              </a:extLst>
            </p:cNvPr>
            <p:cNvSpPr/>
            <p:nvPr/>
          </p:nvSpPr>
          <p:spPr>
            <a:xfrm>
              <a:off x="5437019" y="2809522"/>
              <a:ext cx="840273" cy="1083529"/>
            </a:xfrm>
            <a:custGeom>
              <a:avLst/>
              <a:gdLst>
                <a:gd name="connsiteX0" fmla="*/ 826190 w 840273"/>
                <a:gd name="connsiteY0" fmla="*/ 2492 h 1083529"/>
                <a:gd name="connsiteX1" fmla="*/ 462100 w 840273"/>
                <a:gd name="connsiteY1" fmla="*/ 341700 h 1083529"/>
                <a:gd name="connsiteX2" fmla="*/ 453108 w 840273"/>
                <a:gd name="connsiteY2" fmla="*/ 341772 h 1083529"/>
                <a:gd name="connsiteX3" fmla="*/ 464158 w 840273"/>
                <a:gd name="connsiteY3" fmla="*/ 154780 h 1083529"/>
                <a:gd name="connsiteX4" fmla="*/ 463870 w 840273"/>
                <a:gd name="connsiteY4" fmla="*/ 0 h 1083529"/>
                <a:gd name="connsiteX5" fmla="*/ 82410 w 840273"/>
                <a:gd name="connsiteY5" fmla="*/ 0 h 1083529"/>
                <a:gd name="connsiteX6" fmla="*/ 0 w 840273"/>
                <a:gd name="connsiteY6" fmla="*/ 224875 h 1083529"/>
                <a:gd name="connsiteX7" fmla="*/ 212849 w 840273"/>
                <a:gd name="connsiteY7" fmla="*/ 224875 h 1083529"/>
                <a:gd name="connsiteX8" fmla="*/ 212849 w 840273"/>
                <a:gd name="connsiteY8" fmla="*/ 1083530 h 1083529"/>
                <a:gd name="connsiteX9" fmla="*/ 488535 w 840273"/>
                <a:gd name="connsiteY9" fmla="*/ 1083530 h 1083529"/>
                <a:gd name="connsiteX10" fmla="*/ 488535 w 840273"/>
                <a:gd name="connsiteY10" fmla="*/ 684266 h 1083529"/>
                <a:gd name="connsiteX11" fmla="*/ 760970 w 840273"/>
                <a:gd name="connsiteY11" fmla="*/ 332708 h 1083529"/>
                <a:gd name="connsiteX12" fmla="*/ 840274 w 840273"/>
                <a:gd name="connsiteY12" fmla="*/ 332708 h 1083529"/>
                <a:gd name="connsiteX13" fmla="*/ 840274 w 840273"/>
                <a:gd name="connsiteY13" fmla="*/ 2456 h 1083529"/>
                <a:gd name="connsiteX14" fmla="*/ 826153 w 840273"/>
                <a:gd name="connsiteY14" fmla="*/ 2456 h 108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0273" h="1083529">
                  <a:moveTo>
                    <a:pt x="826190" y="2492"/>
                  </a:moveTo>
                  <a:cubicBezTo>
                    <a:pt x="640786" y="2492"/>
                    <a:pt x="490918" y="119786"/>
                    <a:pt x="462100" y="341700"/>
                  </a:cubicBezTo>
                  <a:lnTo>
                    <a:pt x="453108" y="341772"/>
                  </a:lnTo>
                  <a:lnTo>
                    <a:pt x="464158" y="154780"/>
                  </a:lnTo>
                  <a:lnTo>
                    <a:pt x="463870" y="0"/>
                  </a:lnTo>
                  <a:lnTo>
                    <a:pt x="82410" y="0"/>
                  </a:lnTo>
                  <a:lnTo>
                    <a:pt x="0" y="224875"/>
                  </a:lnTo>
                  <a:lnTo>
                    <a:pt x="212849" y="224875"/>
                  </a:lnTo>
                  <a:lnTo>
                    <a:pt x="212849" y="1083530"/>
                  </a:lnTo>
                  <a:lnTo>
                    <a:pt x="488535" y="1083530"/>
                  </a:lnTo>
                  <a:lnTo>
                    <a:pt x="488535" y="684266"/>
                  </a:lnTo>
                  <a:cubicBezTo>
                    <a:pt x="488535" y="440432"/>
                    <a:pt x="517894" y="332708"/>
                    <a:pt x="760970" y="332708"/>
                  </a:cubicBezTo>
                  <a:lnTo>
                    <a:pt x="840274" y="332708"/>
                  </a:lnTo>
                  <a:lnTo>
                    <a:pt x="840274" y="2456"/>
                  </a:lnTo>
                  <a:lnTo>
                    <a:pt x="826153" y="2456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628597D1-26BD-BDE1-0222-23E85220FDC8}"/>
                </a:ext>
              </a:extLst>
            </p:cNvPr>
            <p:cNvSpPr/>
            <p:nvPr/>
          </p:nvSpPr>
          <p:spPr>
            <a:xfrm>
              <a:off x="7188817" y="4190765"/>
              <a:ext cx="848471" cy="1094074"/>
            </a:xfrm>
            <a:custGeom>
              <a:avLst/>
              <a:gdLst>
                <a:gd name="connsiteX0" fmla="*/ 834171 w 848471"/>
                <a:gd name="connsiteY0" fmla="*/ 2528 h 1094074"/>
                <a:gd name="connsiteX1" fmla="*/ 466542 w 848471"/>
                <a:gd name="connsiteY1" fmla="*/ 345022 h 1094074"/>
                <a:gd name="connsiteX2" fmla="*/ 457478 w 848471"/>
                <a:gd name="connsiteY2" fmla="*/ 345094 h 1094074"/>
                <a:gd name="connsiteX3" fmla="*/ 468636 w 848471"/>
                <a:gd name="connsiteY3" fmla="*/ 156296 h 1094074"/>
                <a:gd name="connsiteX4" fmla="*/ 468348 w 848471"/>
                <a:gd name="connsiteY4" fmla="*/ 0 h 1094074"/>
                <a:gd name="connsiteX5" fmla="*/ 83204 w 848471"/>
                <a:gd name="connsiteY5" fmla="*/ 0 h 1094074"/>
                <a:gd name="connsiteX6" fmla="*/ 0 w 848471"/>
                <a:gd name="connsiteY6" fmla="*/ 227078 h 1094074"/>
                <a:gd name="connsiteX7" fmla="*/ 214944 w 848471"/>
                <a:gd name="connsiteY7" fmla="*/ 227078 h 1094074"/>
                <a:gd name="connsiteX8" fmla="*/ 214944 w 848471"/>
                <a:gd name="connsiteY8" fmla="*/ 1094075 h 1094074"/>
                <a:gd name="connsiteX9" fmla="*/ 493302 w 848471"/>
                <a:gd name="connsiteY9" fmla="*/ 1094075 h 1094074"/>
                <a:gd name="connsiteX10" fmla="*/ 493302 w 848471"/>
                <a:gd name="connsiteY10" fmla="*/ 690911 h 1094074"/>
                <a:gd name="connsiteX11" fmla="*/ 768409 w 848471"/>
                <a:gd name="connsiteY11" fmla="*/ 335958 h 1094074"/>
                <a:gd name="connsiteX12" fmla="*/ 848471 w 848471"/>
                <a:gd name="connsiteY12" fmla="*/ 335958 h 1094074"/>
                <a:gd name="connsiteX13" fmla="*/ 848471 w 848471"/>
                <a:gd name="connsiteY13" fmla="*/ 2528 h 1094074"/>
                <a:gd name="connsiteX14" fmla="*/ 834207 w 848471"/>
                <a:gd name="connsiteY14" fmla="*/ 2528 h 109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8471" h="1094074">
                  <a:moveTo>
                    <a:pt x="834171" y="2528"/>
                  </a:moveTo>
                  <a:cubicBezTo>
                    <a:pt x="646962" y="2528"/>
                    <a:pt x="495649" y="120942"/>
                    <a:pt x="466542" y="345022"/>
                  </a:cubicBezTo>
                  <a:lnTo>
                    <a:pt x="457478" y="345094"/>
                  </a:lnTo>
                  <a:lnTo>
                    <a:pt x="468636" y="156296"/>
                  </a:lnTo>
                  <a:lnTo>
                    <a:pt x="468348" y="0"/>
                  </a:lnTo>
                  <a:lnTo>
                    <a:pt x="83204" y="0"/>
                  </a:lnTo>
                  <a:lnTo>
                    <a:pt x="0" y="227078"/>
                  </a:lnTo>
                  <a:lnTo>
                    <a:pt x="214944" y="227078"/>
                  </a:lnTo>
                  <a:lnTo>
                    <a:pt x="214944" y="1094075"/>
                  </a:lnTo>
                  <a:lnTo>
                    <a:pt x="493302" y="1094075"/>
                  </a:lnTo>
                  <a:lnTo>
                    <a:pt x="493302" y="690911"/>
                  </a:lnTo>
                  <a:cubicBezTo>
                    <a:pt x="493302" y="444730"/>
                    <a:pt x="522950" y="335958"/>
                    <a:pt x="768409" y="335958"/>
                  </a:cubicBezTo>
                  <a:lnTo>
                    <a:pt x="848471" y="335958"/>
                  </a:lnTo>
                  <a:lnTo>
                    <a:pt x="848471" y="2528"/>
                  </a:lnTo>
                  <a:lnTo>
                    <a:pt x="834207" y="25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8AE3A534-E762-38A0-BF6A-817DD38ECBBD}"/>
                </a:ext>
              </a:extLst>
            </p:cNvPr>
            <p:cNvSpPr/>
            <p:nvPr/>
          </p:nvSpPr>
          <p:spPr>
            <a:xfrm>
              <a:off x="7359955" y="2808294"/>
              <a:ext cx="682026" cy="1086021"/>
            </a:xfrm>
            <a:custGeom>
              <a:avLst/>
              <a:gdLst>
                <a:gd name="connsiteX0" fmla="*/ 0 w 682026"/>
                <a:gd name="connsiteY0" fmla="*/ 1086021 h 1086021"/>
                <a:gd name="connsiteX1" fmla="*/ 286772 w 682026"/>
                <a:gd name="connsiteY1" fmla="*/ 1086021 h 1086021"/>
                <a:gd name="connsiteX2" fmla="*/ 682027 w 682026"/>
                <a:gd name="connsiteY2" fmla="*/ 0 h 1086021"/>
                <a:gd name="connsiteX3" fmla="*/ 395291 w 682026"/>
                <a:gd name="connsiteY3" fmla="*/ 0 h 1086021"/>
                <a:gd name="connsiteX4" fmla="*/ 0 w 682026"/>
                <a:gd name="connsiteY4" fmla="*/ 1086021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026" h="1086021">
                  <a:moveTo>
                    <a:pt x="0" y="1086021"/>
                  </a:moveTo>
                  <a:lnTo>
                    <a:pt x="286772" y="1086021"/>
                  </a:lnTo>
                  <a:lnTo>
                    <a:pt x="682027" y="0"/>
                  </a:lnTo>
                  <a:lnTo>
                    <a:pt x="395291" y="0"/>
                  </a:lnTo>
                  <a:lnTo>
                    <a:pt x="0" y="1086021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74DC1EBC-8D7B-4437-5424-3F37016A2D59}"/>
                </a:ext>
              </a:extLst>
            </p:cNvPr>
            <p:cNvSpPr/>
            <p:nvPr/>
          </p:nvSpPr>
          <p:spPr>
            <a:xfrm>
              <a:off x="3838015" y="4167870"/>
              <a:ext cx="1029649" cy="1116969"/>
            </a:xfrm>
            <a:custGeom>
              <a:avLst/>
              <a:gdLst>
                <a:gd name="connsiteX0" fmla="*/ 671879 w 1029649"/>
                <a:gd name="connsiteY0" fmla="*/ 898668 h 1116969"/>
                <a:gd name="connsiteX1" fmla="*/ 329385 w 1029649"/>
                <a:gd name="connsiteY1" fmla="*/ 1116970 h 1116969"/>
                <a:gd name="connsiteX2" fmla="*/ 0 w 1029649"/>
                <a:gd name="connsiteY2" fmla="*/ 837601 h 1116969"/>
                <a:gd name="connsiteX3" fmla="*/ 390452 w 1029649"/>
                <a:gd name="connsiteY3" fmla="*/ 499477 h 1116969"/>
                <a:gd name="connsiteX4" fmla="*/ 669676 w 1029649"/>
                <a:gd name="connsiteY4" fmla="*/ 416598 h 1116969"/>
                <a:gd name="connsiteX5" fmla="*/ 669676 w 1029649"/>
                <a:gd name="connsiteY5" fmla="*/ 392619 h 1116969"/>
                <a:gd name="connsiteX6" fmla="*/ 484273 w 1029649"/>
                <a:gd name="connsiteY6" fmla="*/ 224658 h 1116969"/>
                <a:gd name="connsiteX7" fmla="*/ 235600 w 1029649"/>
                <a:gd name="connsiteY7" fmla="*/ 383916 h 1116969"/>
                <a:gd name="connsiteX8" fmla="*/ 8739 w 1029649"/>
                <a:gd name="connsiteY8" fmla="*/ 261746 h 1116969"/>
                <a:gd name="connsiteX9" fmla="*/ 514825 w 1029649"/>
                <a:gd name="connsiteY9" fmla="*/ 0 h 1116969"/>
                <a:gd name="connsiteX10" fmla="*/ 966379 w 1029649"/>
                <a:gd name="connsiteY10" fmla="*/ 410097 h 1116969"/>
                <a:gd name="connsiteX11" fmla="*/ 966379 w 1029649"/>
                <a:gd name="connsiteY11" fmla="*/ 763498 h 1116969"/>
                <a:gd name="connsiteX12" fmla="*/ 1029649 w 1029649"/>
                <a:gd name="connsiteY12" fmla="*/ 1114189 h 1116969"/>
                <a:gd name="connsiteX13" fmla="*/ 726446 w 1029649"/>
                <a:gd name="connsiteY13" fmla="*/ 1114189 h 1116969"/>
                <a:gd name="connsiteX14" fmla="*/ 671915 w 1029649"/>
                <a:gd name="connsiteY14" fmla="*/ 898740 h 1116969"/>
                <a:gd name="connsiteX15" fmla="*/ 677152 w 1029649"/>
                <a:gd name="connsiteY15" fmla="*/ 712615 h 1116969"/>
                <a:gd name="connsiteX16" fmla="*/ 677152 w 1029649"/>
                <a:gd name="connsiteY16" fmla="*/ 544473 h 1116969"/>
                <a:gd name="connsiteX17" fmla="*/ 677152 w 1029649"/>
                <a:gd name="connsiteY17" fmla="*/ 544473 h 1116969"/>
                <a:gd name="connsiteX18" fmla="*/ 533170 w 1029649"/>
                <a:gd name="connsiteY18" fmla="*/ 606334 h 1116969"/>
                <a:gd name="connsiteX19" fmla="*/ 308476 w 1029649"/>
                <a:gd name="connsiteY19" fmla="*/ 784588 h 1116969"/>
                <a:gd name="connsiteX20" fmla="*/ 441552 w 1029649"/>
                <a:gd name="connsiteY20" fmla="*/ 919830 h 1116969"/>
                <a:gd name="connsiteX21" fmla="*/ 677152 w 1029649"/>
                <a:gd name="connsiteY21" fmla="*/ 712615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9649" h="1116969">
                  <a:moveTo>
                    <a:pt x="671879" y="898668"/>
                  </a:moveTo>
                  <a:cubicBezTo>
                    <a:pt x="621068" y="1043155"/>
                    <a:pt x="486476" y="1116970"/>
                    <a:pt x="329385" y="1116970"/>
                  </a:cubicBezTo>
                  <a:cubicBezTo>
                    <a:pt x="119967" y="1116970"/>
                    <a:pt x="0" y="1018635"/>
                    <a:pt x="0" y="837601"/>
                  </a:cubicBezTo>
                  <a:cubicBezTo>
                    <a:pt x="0" y="630350"/>
                    <a:pt x="163591" y="545304"/>
                    <a:pt x="390452" y="499477"/>
                  </a:cubicBezTo>
                  <a:cubicBezTo>
                    <a:pt x="578058" y="460222"/>
                    <a:pt x="660937" y="440577"/>
                    <a:pt x="669676" y="416598"/>
                  </a:cubicBezTo>
                  <a:lnTo>
                    <a:pt x="669676" y="392619"/>
                  </a:lnTo>
                  <a:cubicBezTo>
                    <a:pt x="669676" y="287928"/>
                    <a:pt x="617313" y="224658"/>
                    <a:pt x="484273" y="224658"/>
                  </a:cubicBezTo>
                  <a:cubicBezTo>
                    <a:pt x="351233" y="224658"/>
                    <a:pt x="270485" y="303167"/>
                    <a:pt x="235600" y="383916"/>
                  </a:cubicBezTo>
                  <a:lnTo>
                    <a:pt x="8739" y="261746"/>
                  </a:lnTo>
                  <a:cubicBezTo>
                    <a:pt x="87285" y="100321"/>
                    <a:pt x="279224" y="0"/>
                    <a:pt x="514825" y="0"/>
                  </a:cubicBezTo>
                  <a:cubicBezTo>
                    <a:pt x="822398" y="0"/>
                    <a:pt x="966379" y="143982"/>
                    <a:pt x="966379" y="410097"/>
                  </a:cubicBezTo>
                  <a:lnTo>
                    <a:pt x="966379" y="763498"/>
                  </a:lnTo>
                  <a:cubicBezTo>
                    <a:pt x="966379" y="990358"/>
                    <a:pt x="992561" y="1083674"/>
                    <a:pt x="1029649" y="1114189"/>
                  </a:cubicBezTo>
                  <a:lnTo>
                    <a:pt x="726446" y="1114189"/>
                  </a:lnTo>
                  <a:cubicBezTo>
                    <a:pt x="700264" y="1090210"/>
                    <a:pt x="678452" y="1023077"/>
                    <a:pt x="671915" y="898740"/>
                  </a:cubicBezTo>
                  <a:close/>
                  <a:moveTo>
                    <a:pt x="677152" y="712615"/>
                  </a:moveTo>
                  <a:lnTo>
                    <a:pt x="677152" y="544473"/>
                  </a:lnTo>
                  <a:lnTo>
                    <a:pt x="677152" y="544473"/>
                  </a:lnTo>
                  <a:cubicBezTo>
                    <a:pt x="647575" y="571811"/>
                    <a:pt x="611715" y="582356"/>
                    <a:pt x="533170" y="606334"/>
                  </a:cubicBezTo>
                  <a:cubicBezTo>
                    <a:pt x="384855" y="647792"/>
                    <a:pt x="308476" y="686433"/>
                    <a:pt x="308476" y="784588"/>
                  </a:cubicBezTo>
                  <a:cubicBezTo>
                    <a:pt x="308476" y="871836"/>
                    <a:pt x="369543" y="919830"/>
                    <a:pt x="441552" y="919830"/>
                  </a:cubicBezTo>
                  <a:cubicBezTo>
                    <a:pt x="550612" y="919830"/>
                    <a:pt x="655340" y="839118"/>
                    <a:pt x="677152" y="71261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2D718054-F767-EB15-F3AA-F07E70C8914E}"/>
                </a:ext>
              </a:extLst>
            </p:cNvPr>
            <p:cNvSpPr/>
            <p:nvPr/>
          </p:nvSpPr>
          <p:spPr>
            <a:xfrm>
              <a:off x="8099474" y="4191379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7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6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7"/>
                    <a:pt x="438410" y="1100177"/>
                  </a:cubicBezTo>
                  <a:cubicBezTo>
                    <a:pt x="257159" y="1100177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E13AD019-354A-514F-F4F6-B905917210DD}"/>
                </a:ext>
              </a:extLst>
            </p:cNvPr>
            <p:cNvSpPr/>
            <p:nvPr/>
          </p:nvSpPr>
          <p:spPr>
            <a:xfrm>
              <a:off x="8099474" y="2807536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8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7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8"/>
                    <a:pt x="438410" y="1100178"/>
                  </a:cubicBezTo>
                  <a:cubicBezTo>
                    <a:pt x="257159" y="1100178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99096403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8701BC0D-D865-E019-5107-B9B82310CCE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100564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99" imgH="499" progId="TCLayout.ActiveDocument.1">
                  <p:embed/>
                </p:oleObj>
              </mc:Choice>
              <mc:Fallback>
                <p:oleObj name="think-cell Folie" r:id="rId4" imgW="499" imgH="499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01BC0D-D865-E019-5107-B9B82310CC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813C93EF-07DE-749D-83FA-E866D01F2C4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16.07.2026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502D7A7-3599-ABFF-2DC3-D9D8A437108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FESG Transformationsprojekt – Zwischenergebnisse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9A98DE63-1917-3591-8266-DE67A4FD5B2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8</a:t>
            </a:fld>
            <a:endParaRPr lang="en-GB"/>
          </a:p>
        </p:txBody>
      </p:sp>
      <p:graphicFrame>
        <p:nvGraphicFramePr>
          <p:cNvPr id="23" name="Tabelle 22">
            <a:extLst>
              <a:ext uri="{FF2B5EF4-FFF2-40B4-BE49-F238E27FC236}">
                <a16:creationId xmlns:a16="http://schemas.microsoft.com/office/drawing/2014/main" id="{BA84240D-ECE2-CED9-CADD-D375EFD7B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873727"/>
              </p:ext>
            </p:extLst>
          </p:nvPr>
        </p:nvGraphicFramePr>
        <p:xfrm>
          <a:off x="949569" y="1619249"/>
          <a:ext cx="9785135" cy="4466656"/>
        </p:xfrm>
        <a:graphic>
          <a:graphicData uri="http://schemas.openxmlformats.org/drawingml/2006/table">
            <a:tbl>
              <a:tblPr/>
              <a:tblGrid>
                <a:gridCol w="1957027">
                  <a:extLst>
                    <a:ext uri="{9D8B030D-6E8A-4147-A177-3AD203B41FA5}">
                      <a16:colId xmlns:a16="http://schemas.microsoft.com/office/drawing/2014/main" val="3130341885"/>
                    </a:ext>
                  </a:extLst>
                </a:gridCol>
                <a:gridCol w="1957027">
                  <a:extLst>
                    <a:ext uri="{9D8B030D-6E8A-4147-A177-3AD203B41FA5}">
                      <a16:colId xmlns:a16="http://schemas.microsoft.com/office/drawing/2014/main" val="3385995691"/>
                    </a:ext>
                  </a:extLst>
                </a:gridCol>
                <a:gridCol w="1957027">
                  <a:extLst>
                    <a:ext uri="{9D8B030D-6E8A-4147-A177-3AD203B41FA5}">
                      <a16:colId xmlns:a16="http://schemas.microsoft.com/office/drawing/2014/main" val="3762371987"/>
                    </a:ext>
                  </a:extLst>
                </a:gridCol>
                <a:gridCol w="1957027">
                  <a:extLst>
                    <a:ext uri="{9D8B030D-6E8A-4147-A177-3AD203B41FA5}">
                      <a16:colId xmlns:a16="http://schemas.microsoft.com/office/drawing/2014/main" val="985686239"/>
                    </a:ext>
                  </a:extLst>
                </a:gridCol>
                <a:gridCol w="1957027">
                  <a:extLst>
                    <a:ext uri="{9D8B030D-6E8A-4147-A177-3AD203B41FA5}">
                      <a16:colId xmlns:a16="http://schemas.microsoft.com/office/drawing/2014/main" val="648842383"/>
                    </a:ext>
                  </a:extLst>
                </a:gridCol>
              </a:tblGrid>
              <a:tr h="292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Handlungsfeld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Kritikalität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Umsetzbarkeit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Abhängigkeit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Priorität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2737"/>
                  </a:ext>
                </a:extLst>
              </a:tr>
              <a:tr h="877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Governance &amp; Verantwortlichkeiten</a:t>
                      </a:r>
                      <a:endParaRPr lang="de-DE" sz="1400"/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★★★★★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★★★★☆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★★★★★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A</a:t>
                      </a:r>
                      <a:endParaRPr lang="de-DE" sz="1400"/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048992"/>
                  </a:ext>
                </a:extLst>
              </a:tr>
              <a:tr h="732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Prozessharmonisierung (Finance, Asset, Operations)</a:t>
                      </a:r>
                      <a:endParaRPr lang="de-DE" sz="1400"/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★★★★★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★★★★☆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★★★★★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A</a:t>
                      </a:r>
                      <a:endParaRPr lang="de-DE" sz="1400"/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554407"/>
                  </a:ext>
                </a:extLst>
              </a:tr>
              <a:tr h="512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KPI- &amp; Datendefinitionen</a:t>
                      </a:r>
                      <a:endParaRPr lang="de-DE" sz="1400"/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★★★★★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★★★★☆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★★★★★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A</a:t>
                      </a:r>
                      <a:endParaRPr lang="de-DE" sz="1400"/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825285"/>
                  </a:ext>
                </a:extLst>
              </a:tr>
              <a:tr h="512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Zielarchitektur &amp; Systemlandschaft</a:t>
                      </a:r>
                      <a:endParaRPr lang="de-DE" sz="1400"/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★★★★☆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★★★☆☆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★★☆☆☆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B</a:t>
                      </a:r>
                      <a:endParaRPr lang="de-DE" sz="1400"/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30769"/>
                  </a:ext>
                </a:extLst>
              </a:tr>
              <a:tr h="512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Risiko- &amp; Kontrollsystem</a:t>
                      </a:r>
                      <a:endParaRPr lang="de-DE" sz="1400"/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★★★★☆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★★★☆☆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★★★☆☆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B</a:t>
                      </a:r>
                      <a:endParaRPr lang="de-DE" sz="1400"/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450824"/>
                  </a:ext>
                </a:extLst>
              </a:tr>
              <a:tr h="292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Automatisierung</a:t>
                      </a:r>
                      <a:endParaRPr lang="de-DE" sz="1400"/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★★★☆☆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★★☆☆☆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★★★★★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C</a:t>
                      </a:r>
                      <a:endParaRPr lang="de-DE" sz="1400"/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8244982"/>
                  </a:ext>
                </a:extLst>
              </a:tr>
              <a:tr h="732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Systemimplementierung / ERP-Einführung</a:t>
                      </a:r>
                      <a:endParaRPr lang="de-DE" sz="1400"/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★★★☆☆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★☆☆☆☆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★★★★★</a:t>
                      </a:r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C</a:t>
                      </a:r>
                      <a:endParaRPr lang="de-DE" sz="1400"/>
                    </a:p>
                  </a:txBody>
                  <a:tcPr marL="73240" marR="73240" marT="36620" marB="366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142787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01752" y="384048"/>
            <a:ext cx="11585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chemeClr val="accent3"/>
                </a:solidFill>
                <a:latin typeface="Arial"/>
              </a:rPr>
              <a:t>Priorisierung zeigt: Governance, Prozessharmonisierung und Datendefinitionen haben höchste Priorität (A)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6108192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chemeClr val="accent3"/>
                </a:solidFill>
                <a:latin typeface="Arial"/>
              </a:rPr>
              <a:t>Vorläufige Experteneinschätzung aus den Stakeholder-Interviews – wird im Rapid Assessment (Woche 1) mit harten Daten validiert.</a:t>
            </a:r>
          </a:p>
        </p:txBody>
      </p:sp>
    </p:spTree>
    <p:extLst>
      <p:ext uri="{BB962C8B-B14F-4D97-AF65-F5344CB8AC3E}">
        <p14:creationId xmlns:p14="http://schemas.microsoft.com/office/powerpoint/2010/main" val="186388612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6F0F409A-CFD9-A723-68AB-1ED357588476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FEEB7EC-7A09-5FCD-806A-853F1333F9EF}"/>
              </a:ext>
            </a:extLst>
          </p:cNvPr>
          <p:cNvSpPr txBox="1"/>
          <p:nvPr/>
        </p:nvSpPr>
        <p:spPr>
          <a:xfrm>
            <a:off x="1292818" y="-1488"/>
            <a:ext cx="1136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01 | Kontext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391FC49-435A-3DAA-D829-740FFF4933B8}"/>
              </a:ext>
            </a:extLst>
          </p:cNvPr>
          <p:cNvSpPr txBox="1"/>
          <p:nvPr/>
        </p:nvSpPr>
        <p:spPr>
          <a:xfrm>
            <a:off x="3159326" y="-1489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de-DE"/>
              <a:t>02 | Struktur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55D29C8-9DA9-5104-98A3-7595DE8B9532}"/>
              </a:ext>
            </a:extLst>
          </p:cNvPr>
          <p:cNvSpPr txBox="1"/>
          <p:nvPr/>
        </p:nvSpPr>
        <p:spPr>
          <a:xfrm>
            <a:off x="7339582" y="-1489"/>
            <a:ext cx="13452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de-DE"/>
              <a:t>04 | Prioritäten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8459057-95C1-173E-686C-4C5985A8D4BE}"/>
              </a:ext>
            </a:extLst>
          </p:cNvPr>
          <p:cNvSpPr txBox="1"/>
          <p:nvPr/>
        </p:nvSpPr>
        <p:spPr>
          <a:xfrm>
            <a:off x="5045071" y="-1489"/>
            <a:ext cx="15648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03 | Erkenntnisse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3D0ABF5-7CCC-4191-C899-F28DB2209555}"/>
              </a:ext>
            </a:extLst>
          </p:cNvPr>
          <p:cNvSpPr txBox="1"/>
          <p:nvPr/>
        </p:nvSpPr>
        <p:spPr>
          <a:xfrm>
            <a:off x="9414480" y="-1488"/>
            <a:ext cx="1781840" cy="304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r>
              <a:rPr lang="de-DE"/>
              <a:t>05 | Empfehlungen</a:t>
            </a: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F7FB388C-FE1B-821F-7925-B023CC168B10}"/>
              </a:ext>
            </a:extLst>
          </p:cNvPr>
          <p:cNvCxnSpPr/>
          <p:nvPr/>
        </p:nvCxnSpPr>
        <p:spPr>
          <a:xfrm>
            <a:off x="0" y="306288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1752" y="384048"/>
            <a:ext cx="11585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chemeClr val="bg1"/>
                </a:solidFill>
                <a:latin typeface="Arial"/>
              </a:rPr>
              <a:t>Empfehlung: Sofortprogramm über 3 Wochen entlang vier Handlungssträngen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" y="960120"/>
            <a:ext cx="11585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chemeClr val="bg1"/>
                </a:solidFill>
                <a:latin typeface="Arial"/>
              </a:rPr>
              <a:t>Wir starten mit Governance, Prozessharmonisierung und Datendefinitionen, weil diese in der Priorisierung die höchste Kritikalität und Abhängigkeit aufweisen (Priorität A).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1508760"/>
            <a:ext cx="11045952" cy="822960"/>
          </a:xfrm>
          <a:prstGeom prst="rect">
            <a:avLst/>
          </a:prstGeom>
          <a:solidFill>
            <a:srgbClr val="F4F8FC"/>
          </a:solidFill>
          <a:ln w="12700">
            <a:solidFill>
              <a:srgbClr val="1C23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300" b="1">
                <a:solidFill>
                  <a:srgbClr val="1C23AC"/>
                </a:solidFill>
                <a:latin typeface="Arial"/>
              </a:rPr>
              <a:t>Ziel: Innerhalb von 3 Wochen Transparenz, Ownership und ein steuerbares Maßnahmenregister schaffen – als Grundlage für die anschließende Gesamttransformation.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606040"/>
            <a:ext cx="2658618" cy="3246120"/>
          </a:xfrm>
          <a:prstGeom prst="rect">
            <a:avLst/>
          </a:prstGeom>
          <a:solidFill>
            <a:srgbClr val="F4F8FC"/>
          </a:solidFill>
          <a:ln w="9525">
            <a:solidFill>
              <a:srgbClr val="C9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/>
            <a:r>
              <a:rPr sz="1200" b="1">
                <a:solidFill>
                  <a:srgbClr val="1C23AC"/>
                </a:solidFill>
                <a:latin typeface="Arial"/>
              </a:rPr>
              <a:t>1. Management-Transparenz schaffen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3333"/>
                </a:solidFill>
                <a:latin typeface="Arial"/>
              </a:rPr>
              <a:t>Einheitliches Steuerungscockpit für Geschäftsentwicklung, Assets und Performance.</a:t>
            </a:r>
          </a:p>
          <a:p>
            <a:pPr>
              <a:spcBef>
                <a:spcPts val="1000"/>
              </a:spcBef>
            </a:pPr>
            <a:r>
              <a:rPr sz="900" i="1">
                <a:solidFill>
                  <a:srgbClr val="808080"/>
                </a:solidFill>
                <a:latin typeface="Arial"/>
              </a:rPr>
              <a:t>→ Detail: Folie 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62706" y="2606040"/>
            <a:ext cx="2658618" cy="3246120"/>
          </a:xfrm>
          <a:prstGeom prst="rect">
            <a:avLst/>
          </a:prstGeom>
          <a:solidFill>
            <a:srgbClr val="F4F8FC"/>
          </a:solidFill>
          <a:ln w="9525">
            <a:solidFill>
              <a:srgbClr val="C9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/>
            <a:r>
              <a:rPr sz="1200" b="1">
                <a:solidFill>
                  <a:srgbClr val="1C23AC"/>
                </a:solidFill>
                <a:latin typeface="Arial"/>
              </a:rPr>
              <a:t>2. Verantwortlichkeiten &amp; Governance klären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3333"/>
                </a:solidFill>
                <a:latin typeface="Arial"/>
              </a:rPr>
              <a:t>Ownership für Daten, Prozesse und Entscheidungen schaffen.</a:t>
            </a:r>
          </a:p>
          <a:p>
            <a:pPr>
              <a:spcBef>
                <a:spcPts val="1000"/>
              </a:spcBef>
            </a:pPr>
            <a:r>
              <a:rPr sz="900" i="1">
                <a:solidFill>
                  <a:srgbClr val="808080"/>
                </a:solidFill>
                <a:latin typeface="Arial"/>
              </a:rPr>
              <a:t>→ Detail: Folie 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8484" y="2606040"/>
            <a:ext cx="2658618" cy="3246120"/>
          </a:xfrm>
          <a:prstGeom prst="rect">
            <a:avLst/>
          </a:prstGeom>
          <a:solidFill>
            <a:srgbClr val="F4F8FC"/>
          </a:solidFill>
          <a:ln w="9525">
            <a:solidFill>
              <a:srgbClr val="C9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/>
            <a:r>
              <a:rPr sz="1200" b="1">
                <a:solidFill>
                  <a:srgbClr val="1C23AC"/>
                </a:solidFill>
                <a:latin typeface="Arial"/>
              </a:rPr>
              <a:t>3. Kritische Transparenzlücken sichtbar machen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3333"/>
                </a:solidFill>
                <a:latin typeface="Arial"/>
              </a:rPr>
              <a:t>Faktenbasierte Priorisierung durch Rapid Assessment ermöglichen.</a:t>
            </a:r>
          </a:p>
          <a:p>
            <a:pPr>
              <a:spcBef>
                <a:spcPts val="1000"/>
              </a:spcBef>
            </a:pPr>
            <a:r>
              <a:rPr sz="900" i="1">
                <a:solidFill>
                  <a:srgbClr val="808080"/>
                </a:solidFill>
                <a:latin typeface="Arial"/>
              </a:rPr>
              <a:t>→ Detail: Folie 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54261" y="2606040"/>
            <a:ext cx="2658618" cy="3246120"/>
          </a:xfrm>
          <a:prstGeom prst="rect">
            <a:avLst/>
          </a:prstGeom>
          <a:solidFill>
            <a:srgbClr val="F4F8FC"/>
          </a:solidFill>
          <a:ln w="9525">
            <a:solidFill>
              <a:srgbClr val="C9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/>
            <a:r>
              <a:rPr sz="1200" b="1">
                <a:solidFill>
                  <a:srgbClr val="1C23AC"/>
                </a:solidFill>
                <a:latin typeface="Arial"/>
              </a:rPr>
              <a:t>4. Maßnahmen- &amp; Entscheidungsregister etablieren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3333"/>
                </a:solidFill>
                <a:latin typeface="Arial"/>
              </a:rPr>
              <a:t>Transformation aktiv steuerbar machen.</a:t>
            </a:r>
          </a:p>
          <a:p>
            <a:pPr>
              <a:spcBef>
                <a:spcPts val="1000"/>
              </a:spcBef>
            </a:pPr>
            <a:r>
              <a:rPr sz="900" i="1">
                <a:solidFill>
                  <a:srgbClr val="808080"/>
                </a:solidFill>
                <a:latin typeface="Arial"/>
              </a:rPr>
              <a:t>→ Detail: Folie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34">
            <a:extLst>
              <a:ext uri="{FF2B5EF4-FFF2-40B4-BE49-F238E27FC236}">
                <a16:creationId xmlns:a16="http://schemas.microsoft.com/office/drawing/2014/main" id="{8A39E4B2-5CB3-B17B-197A-D86B5C61DE65}"/>
              </a:ext>
            </a:extLst>
          </p:cNvPr>
          <p:cNvGrpSpPr/>
          <p:nvPr/>
        </p:nvGrpSpPr>
        <p:grpSpPr>
          <a:xfrm>
            <a:off x="1572768" y="755617"/>
            <a:ext cx="9070848" cy="566928"/>
            <a:chOff x="1554480" y="5520888"/>
            <a:chExt cx="9070848" cy="566928"/>
          </a:xfrm>
        </p:grpSpPr>
        <p:sp>
          <p:nvSpPr>
            <p:cNvPr id="19" name="Rectangle 31">
              <a:extLst>
                <a:ext uri="{FF2B5EF4-FFF2-40B4-BE49-F238E27FC236}">
                  <a16:creationId xmlns:a16="http://schemas.microsoft.com/office/drawing/2014/main" id="{84098898-BCF3-2495-AB46-83389562DB36}"/>
                </a:ext>
              </a:extLst>
            </p:cNvPr>
            <p:cNvSpPr/>
            <p:nvPr/>
          </p:nvSpPr>
          <p:spPr>
            <a:xfrm>
              <a:off x="1554480" y="5520888"/>
              <a:ext cx="9070848" cy="566928"/>
            </a:xfrm>
            <a:prstGeom prst="rect">
              <a:avLst/>
            </a:prstGeom>
            <a:solidFill>
              <a:srgbClr val="E8F2FA"/>
            </a:solidFill>
            <a:ln w="12700">
              <a:solidFill>
                <a:srgbClr val="0072C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32">
              <a:extLst>
                <a:ext uri="{FF2B5EF4-FFF2-40B4-BE49-F238E27FC236}">
                  <a16:creationId xmlns:a16="http://schemas.microsoft.com/office/drawing/2014/main" id="{9B50CFBC-248C-6DA4-5697-EC6126EA6C2D}"/>
                </a:ext>
              </a:extLst>
            </p:cNvPr>
            <p:cNvSpPr txBox="1"/>
            <p:nvPr/>
          </p:nvSpPr>
          <p:spPr>
            <a:xfrm>
              <a:off x="1792224" y="5705856"/>
              <a:ext cx="8613648" cy="274320"/>
            </a:xfrm>
            <a:prstGeom prst="rect">
              <a:avLst/>
            </a:prstGeom>
            <a:noFill/>
          </p:spPr>
          <p:txBody>
            <a:bodyPr wrap="square" lIns="18288" tIns="18288" rIns="18288" bIns="18288" anchor="t"/>
            <a:lstStyle/>
            <a:p>
              <a:pPr algn="ctr" fontAlgn="t">
                <a:lnSpc>
                  <a:spcPts val="1500"/>
                </a:lnSpc>
              </a:pPr>
              <a:r>
                <a:rPr lang="de-DE" sz="140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Management-Transparenz durch ein einheitliches </a:t>
              </a:r>
              <a:r>
                <a:rPr lang="de-DE" sz="1400" b="1">
                  <a:solidFill>
                    <a:srgbClr val="171C8F"/>
                  </a:solidFill>
                  <a:latin typeface="Arial"/>
                </a:rPr>
                <a:t>Steuerungscockpit</a:t>
              </a:r>
              <a:r>
                <a:rPr lang="de-DE" sz="1400">
                  <a:solidFill>
                    <a:srgbClr val="171C8F"/>
                  </a:solidFill>
                  <a:latin typeface="Arial"/>
                </a:rPr>
                <a:t> </a:t>
              </a:r>
              <a:r>
                <a:rPr lang="de-DE" sz="140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herstellen</a:t>
              </a:r>
            </a:p>
          </p:txBody>
        </p:sp>
      </p:grpSp>
      <p:pic>
        <p:nvPicPr>
          <p:cNvPr id="22" name="Grafik 21" descr="Volltreffer mit einfarbiger Füllung">
            <a:extLst>
              <a:ext uri="{FF2B5EF4-FFF2-40B4-BE49-F238E27FC236}">
                <a16:creationId xmlns:a16="http://schemas.microsoft.com/office/drawing/2014/main" id="{4E2155B9-AE4B-5F2E-D3BB-5B5C53CDC7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5391" y="1768719"/>
            <a:ext cx="679292" cy="679292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877C6C6C-7C45-7F59-43E1-9024CDBFB324}"/>
              </a:ext>
            </a:extLst>
          </p:cNvPr>
          <p:cNvSpPr txBox="1"/>
          <p:nvPr/>
        </p:nvSpPr>
        <p:spPr>
          <a:xfrm>
            <a:off x="1444683" y="1923699"/>
            <a:ext cx="10368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chemeClr val="bg1"/>
                </a:solidFill>
              </a:rPr>
              <a:t>Sofortige Transparenz über Geschäftsentwicklung, Assets und operative Performance schaffen.</a:t>
            </a:r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7FF62E35-DFB6-02F1-9B51-F3D4BC9E8605}"/>
              </a:ext>
            </a:extLst>
          </p:cNvPr>
          <p:cNvSpPr/>
          <p:nvPr/>
        </p:nvSpPr>
        <p:spPr>
          <a:xfrm>
            <a:off x="566928" y="3812032"/>
            <a:ext cx="11045952" cy="1993392"/>
          </a:xfrm>
          <a:prstGeom prst="rect">
            <a:avLst/>
          </a:prstGeom>
          <a:solidFill>
            <a:srgbClr val="F4F8FC"/>
          </a:solidFill>
          <a:ln w="6350">
            <a:solidFill>
              <a:srgbClr val="D2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9">
            <a:extLst>
              <a:ext uri="{FF2B5EF4-FFF2-40B4-BE49-F238E27FC236}">
                <a16:creationId xmlns:a16="http://schemas.microsoft.com/office/drawing/2014/main" id="{CB8B4A34-F1CB-E540-E28E-12DD329F1913}"/>
              </a:ext>
            </a:extLst>
          </p:cNvPr>
          <p:cNvSpPr/>
          <p:nvPr/>
        </p:nvSpPr>
        <p:spPr>
          <a:xfrm>
            <a:off x="566928" y="3812032"/>
            <a:ext cx="11045952" cy="73152"/>
          </a:xfrm>
          <a:prstGeom prst="rect">
            <a:avLst/>
          </a:prstGeom>
          <a:solidFill>
            <a:srgbClr val="1C2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10">
            <a:extLst>
              <a:ext uri="{FF2B5EF4-FFF2-40B4-BE49-F238E27FC236}">
                <a16:creationId xmlns:a16="http://schemas.microsoft.com/office/drawing/2014/main" id="{EFC94939-520F-DFB9-9BDB-EB15F8CEE27B}"/>
              </a:ext>
            </a:extLst>
          </p:cNvPr>
          <p:cNvCxnSpPr/>
          <p:nvPr/>
        </p:nvCxnSpPr>
        <p:spPr>
          <a:xfrm>
            <a:off x="3360687" y="3994912"/>
            <a:ext cx="0" cy="1600200"/>
          </a:xfrm>
          <a:prstGeom prst="line">
            <a:avLst/>
          </a:prstGeom>
          <a:ln w="10160">
            <a:solidFill>
              <a:srgbClr val="CDDEE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14">
            <a:extLst>
              <a:ext uri="{FF2B5EF4-FFF2-40B4-BE49-F238E27FC236}">
                <a16:creationId xmlns:a16="http://schemas.microsoft.com/office/drawing/2014/main" id="{8CA28A8D-5A43-49EA-7D3C-C24DB59FCD15}"/>
              </a:ext>
            </a:extLst>
          </p:cNvPr>
          <p:cNvSpPr txBox="1"/>
          <p:nvPr/>
        </p:nvSpPr>
        <p:spPr>
          <a:xfrm>
            <a:off x="830491" y="4815722"/>
            <a:ext cx="2468878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 fontAlgn="t">
              <a:lnSpc>
                <a:spcPts val="1500"/>
              </a:lnSpc>
            </a:pPr>
            <a:r>
              <a:rPr lang="de-DE" sz="1400">
                <a:solidFill>
                  <a:schemeClr val="bg2">
                    <a:lumMod val="10000"/>
                  </a:schemeClr>
                </a:solidFill>
                <a:latin typeface="Arial"/>
              </a:rPr>
              <a:t>Definition eines </a:t>
            </a:r>
            <a:r>
              <a:rPr lang="de-DE" sz="1400" err="1">
                <a:solidFill>
                  <a:schemeClr val="bg2">
                    <a:lumMod val="10000"/>
                  </a:schemeClr>
                </a:solidFill>
                <a:latin typeface="Arial"/>
              </a:rPr>
              <a:t>Process</a:t>
            </a:r>
            <a:r>
              <a:rPr lang="de-DE" sz="1400">
                <a:solidFill>
                  <a:schemeClr val="bg2">
                    <a:lumMod val="10000"/>
                  </a:schemeClr>
                </a:solidFill>
                <a:latin typeface="Arial"/>
              </a:rPr>
              <a:t> </a:t>
            </a:r>
            <a:r>
              <a:rPr lang="de-DE" sz="1400" err="1">
                <a:solidFill>
                  <a:schemeClr val="bg2">
                    <a:lumMod val="10000"/>
                  </a:schemeClr>
                </a:solidFill>
                <a:latin typeface="Arial"/>
              </a:rPr>
              <a:t>Owners</a:t>
            </a:r>
            <a:r>
              <a:rPr lang="de-DE" sz="1400">
                <a:solidFill>
                  <a:schemeClr val="bg2">
                    <a:lumMod val="10000"/>
                  </a:schemeClr>
                </a:solidFill>
                <a:latin typeface="Arial"/>
              </a:rPr>
              <a:t> und Data </a:t>
            </a:r>
            <a:r>
              <a:rPr lang="de-DE" sz="1400" err="1">
                <a:solidFill>
                  <a:schemeClr val="bg2">
                    <a:lumMod val="10000"/>
                  </a:schemeClr>
                </a:solidFill>
                <a:latin typeface="Arial"/>
              </a:rPr>
              <a:t>Owners</a:t>
            </a:r>
            <a:r>
              <a:rPr lang="de-DE" sz="1400">
                <a:solidFill>
                  <a:schemeClr val="bg2">
                    <a:lumMod val="10000"/>
                  </a:schemeClr>
                </a:solidFill>
                <a:latin typeface="Arial"/>
              </a:rPr>
              <a:t> pro Kernprozess</a:t>
            </a:r>
          </a:p>
        </p:txBody>
      </p:sp>
      <p:sp>
        <p:nvSpPr>
          <p:cNvPr id="35" name="TextBox 18">
            <a:extLst>
              <a:ext uri="{FF2B5EF4-FFF2-40B4-BE49-F238E27FC236}">
                <a16:creationId xmlns:a16="http://schemas.microsoft.com/office/drawing/2014/main" id="{598DA113-4C35-0816-EFB0-8BD97DA66D1C}"/>
              </a:ext>
            </a:extLst>
          </p:cNvPr>
          <p:cNvSpPr txBox="1"/>
          <p:nvPr/>
        </p:nvSpPr>
        <p:spPr>
          <a:xfrm>
            <a:off x="3387579" y="4815722"/>
            <a:ext cx="2625942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 fontAlgn="t">
              <a:lnSpc>
                <a:spcPts val="1500"/>
              </a:lnSpc>
            </a:pPr>
            <a:r>
              <a:rPr lang="de-DE" sz="1400">
                <a:solidFill>
                  <a:schemeClr val="bg2">
                    <a:lumMod val="10000"/>
                  </a:schemeClr>
                </a:solidFill>
                <a:latin typeface="Arial"/>
              </a:rPr>
              <a:t>Einheitliche Definition aller KPIs (z. B. Umsatz, Profitabilität, Auslastung, Asset Performance)</a:t>
            </a:r>
          </a:p>
        </p:txBody>
      </p:sp>
      <p:sp>
        <p:nvSpPr>
          <p:cNvPr id="38" name="TextBox 22">
            <a:extLst>
              <a:ext uri="{FF2B5EF4-FFF2-40B4-BE49-F238E27FC236}">
                <a16:creationId xmlns:a16="http://schemas.microsoft.com/office/drawing/2014/main" id="{F18A05FB-1D13-EE66-5417-C6FF832D9EF2}"/>
              </a:ext>
            </a:extLst>
          </p:cNvPr>
          <p:cNvSpPr txBox="1"/>
          <p:nvPr/>
        </p:nvSpPr>
        <p:spPr>
          <a:xfrm>
            <a:off x="6161307" y="4815722"/>
            <a:ext cx="2532353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 fontAlgn="t">
              <a:lnSpc>
                <a:spcPts val="1500"/>
              </a:lnSpc>
            </a:pPr>
            <a:r>
              <a:rPr lang="de-DE" sz="1400">
                <a:solidFill>
                  <a:schemeClr val="bg2">
                    <a:lumMod val="10000"/>
                  </a:schemeClr>
                </a:solidFill>
                <a:latin typeface="Arial"/>
              </a:rPr>
              <a:t>Konsolidierte Zusammenführung der aktuell verfügbaren Datenquellen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42C0A827-7A70-D1E5-19CB-DEA2EE56D37A}"/>
              </a:ext>
            </a:extLst>
          </p:cNvPr>
          <p:cNvSpPr txBox="1"/>
          <p:nvPr/>
        </p:nvSpPr>
        <p:spPr>
          <a:xfrm>
            <a:off x="546608" y="3389868"/>
            <a:ext cx="10368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solidFill>
                  <a:schemeClr val="bg1"/>
                </a:solidFill>
              </a:rPr>
              <a:t>Maßnahmen</a:t>
            </a: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B01FC7D1-8D14-80AF-822A-72B0633A9364}"/>
              </a:ext>
            </a:extLst>
          </p:cNvPr>
          <p:cNvGrpSpPr/>
          <p:nvPr/>
        </p:nvGrpSpPr>
        <p:grpSpPr>
          <a:xfrm>
            <a:off x="5913120" y="2870037"/>
            <a:ext cx="365760" cy="220329"/>
            <a:chOff x="5212080" y="2751328"/>
            <a:chExt cx="335280" cy="205232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39F150DB-81EF-1799-1C37-661C16D35C2A}"/>
                </a:ext>
              </a:extLst>
            </p:cNvPr>
            <p:cNvCxnSpPr/>
            <p:nvPr/>
          </p:nvCxnSpPr>
          <p:spPr>
            <a:xfrm>
              <a:off x="5212080" y="2804160"/>
              <a:ext cx="167640" cy="15240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F5E37405-5D87-8E28-665A-ADF57CBD55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9720" y="2804160"/>
              <a:ext cx="167640" cy="15240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61E70951-2E66-510E-DADC-77C17DA8BF94}"/>
                </a:ext>
              </a:extLst>
            </p:cNvPr>
            <p:cNvCxnSpPr/>
            <p:nvPr/>
          </p:nvCxnSpPr>
          <p:spPr>
            <a:xfrm>
              <a:off x="5212080" y="2751328"/>
              <a:ext cx="167640" cy="15240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4C526DD2-2FEA-CDC8-DBF4-C8DDE86CCE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9720" y="2751328"/>
              <a:ext cx="167640" cy="15240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22">
            <a:extLst>
              <a:ext uri="{FF2B5EF4-FFF2-40B4-BE49-F238E27FC236}">
                <a16:creationId xmlns:a16="http://schemas.microsoft.com/office/drawing/2014/main" id="{1E5FA873-1FDA-05E5-CCCC-63B04F237BA0}"/>
              </a:ext>
            </a:extLst>
          </p:cNvPr>
          <p:cNvSpPr txBox="1"/>
          <p:nvPr/>
        </p:nvSpPr>
        <p:spPr>
          <a:xfrm>
            <a:off x="8906635" y="4815722"/>
            <a:ext cx="2532353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 fontAlgn="t">
              <a:lnSpc>
                <a:spcPts val="1500"/>
              </a:lnSpc>
            </a:pPr>
            <a:r>
              <a:rPr lang="de-DE" sz="1400">
                <a:solidFill>
                  <a:schemeClr val="bg2">
                    <a:lumMod val="10000"/>
                  </a:schemeClr>
                </a:solidFill>
                <a:latin typeface="Arial"/>
              </a:rPr>
              <a:t>Wöchentliches </a:t>
            </a:r>
          </a:p>
          <a:p>
            <a:pPr algn="ctr" fontAlgn="t">
              <a:lnSpc>
                <a:spcPts val="1500"/>
              </a:lnSpc>
            </a:pPr>
            <a:r>
              <a:rPr lang="de-DE" sz="1400">
                <a:solidFill>
                  <a:schemeClr val="bg2">
                    <a:lumMod val="10000"/>
                  </a:schemeClr>
                </a:solidFill>
                <a:latin typeface="Arial"/>
              </a:rPr>
              <a:t>Management-Reporting einführen</a:t>
            </a:r>
          </a:p>
        </p:txBody>
      </p:sp>
      <p:cxnSp>
        <p:nvCxnSpPr>
          <p:cNvPr id="52" name="Connector 10">
            <a:extLst>
              <a:ext uri="{FF2B5EF4-FFF2-40B4-BE49-F238E27FC236}">
                <a16:creationId xmlns:a16="http://schemas.microsoft.com/office/drawing/2014/main" id="{5220CA0C-51E8-56D2-5E81-0C52968EC1D2}"/>
              </a:ext>
            </a:extLst>
          </p:cNvPr>
          <p:cNvCxnSpPr/>
          <p:nvPr/>
        </p:nvCxnSpPr>
        <p:spPr>
          <a:xfrm>
            <a:off x="6067206" y="3994912"/>
            <a:ext cx="0" cy="1600200"/>
          </a:xfrm>
          <a:prstGeom prst="line">
            <a:avLst/>
          </a:prstGeom>
          <a:ln w="10160">
            <a:solidFill>
              <a:srgbClr val="CDDEE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11">
            <a:extLst>
              <a:ext uri="{FF2B5EF4-FFF2-40B4-BE49-F238E27FC236}">
                <a16:creationId xmlns:a16="http://schemas.microsoft.com/office/drawing/2014/main" id="{6EDF14A0-F29A-717C-3ACE-0B1C30CFEC52}"/>
              </a:ext>
            </a:extLst>
          </p:cNvPr>
          <p:cNvCxnSpPr/>
          <p:nvPr/>
        </p:nvCxnSpPr>
        <p:spPr>
          <a:xfrm>
            <a:off x="8778724" y="3994912"/>
            <a:ext cx="0" cy="1600200"/>
          </a:xfrm>
          <a:prstGeom prst="line">
            <a:avLst/>
          </a:prstGeom>
          <a:ln w="10160">
            <a:solidFill>
              <a:srgbClr val="CDDEE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11">
            <a:extLst>
              <a:ext uri="{FF2B5EF4-FFF2-40B4-BE49-F238E27FC236}">
                <a16:creationId xmlns:a16="http://schemas.microsoft.com/office/drawing/2014/main" id="{87A60598-268A-5F46-B9A6-1BF9BBBAB306}"/>
              </a:ext>
            </a:extLst>
          </p:cNvPr>
          <p:cNvCxnSpPr/>
          <p:nvPr/>
        </p:nvCxnSpPr>
        <p:spPr>
          <a:xfrm>
            <a:off x="3355688" y="4045204"/>
            <a:ext cx="0" cy="1600200"/>
          </a:xfrm>
          <a:prstGeom prst="line">
            <a:avLst/>
          </a:prstGeom>
          <a:ln w="10160">
            <a:solidFill>
              <a:srgbClr val="CDDEE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Grafik 55" descr="Tachometer niedrig mit einfarbiger Füllung">
            <a:extLst>
              <a:ext uri="{FF2B5EF4-FFF2-40B4-BE49-F238E27FC236}">
                <a16:creationId xmlns:a16="http://schemas.microsoft.com/office/drawing/2014/main" id="{E826A6D4-69D1-2704-439B-600A83CFEB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9597" y="4028461"/>
            <a:ext cx="648000" cy="648000"/>
          </a:xfrm>
          <a:prstGeom prst="rect">
            <a:avLst/>
          </a:prstGeom>
        </p:spPr>
      </p:pic>
      <p:pic>
        <p:nvPicPr>
          <p:cNvPr id="60" name="Grafik 59" descr="Chatblase Silhouette">
            <a:extLst>
              <a:ext uri="{FF2B5EF4-FFF2-40B4-BE49-F238E27FC236}">
                <a16:creationId xmlns:a16="http://schemas.microsoft.com/office/drawing/2014/main" id="{2BEEA836-C399-4EBE-7140-6911622836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6869" y="4024445"/>
            <a:ext cx="652016" cy="652016"/>
          </a:xfrm>
          <a:prstGeom prst="rect">
            <a:avLst/>
          </a:prstGeom>
        </p:spPr>
      </p:pic>
      <p:pic>
        <p:nvPicPr>
          <p:cNvPr id="62" name="Grafik 61" descr="Verbunden mit einfarbiger Füllung">
            <a:extLst>
              <a:ext uri="{FF2B5EF4-FFF2-40B4-BE49-F238E27FC236}">
                <a16:creationId xmlns:a16="http://schemas.microsoft.com/office/drawing/2014/main" id="{BBEB0D9D-EA31-62AC-E10B-CC18F84D4C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1514" y="4028461"/>
            <a:ext cx="648000" cy="648000"/>
          </a:xfrm>
          <a:prstGeom prst="rect">
            <a:avLst/>
          </a:prstGeom>
        </p:spPr>
      </p:pic>
      <p:pic>
        <p:nvPicPr>
          <p:cNvPr id="64" name="Grafik 63" descr="Dokument mit einfarbiger Füllung">
            <a:extLst>
              <a:ext uri="{FF2B5EF4-FFF2-40B4-BE49-F238E27FC236}">
                <a16:creationId xmlns:a16="http://schemas.microsoft.com/office/drawing/2014/main" id="{598FB394-76B9-6F82-D83B-55F5F79B16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60425" y="4028461"/>
            <a:ext cx="648000" cy="648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6F0F409A-CFD9-A723-68AB-1ED357588476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FEEB7EC-7A09-5FCD-806A-853F1333F9EF}"/>
              </a:ext>
            </a:extLst>
          </p:cNvPr>
          <p:cNvSpPr txBox="1"/>
          <p:nvPr/>
        </p:nvSpPr>
        <p:spPr>
          <a:xfrm>
            <a:off x="1292818" y="-1488"/>
            <a:ext cx="1136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01 | Kontext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391FC49-435A-3DAA-D829-740FFF4933B8}"/>
              </a:ext>
            </a:extLst>
          </p:cNvPr>
          <p:cNvSpPr txBox="1"/>
          <p:nvPr/>
        </p:nvSpPr>
        <p:spPr>
          <a:xfrm>
            <a:off x="3159326" y="-1489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de-DE"/>
              <a:t>02 | Struktur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55D29C8-9DA9-5104-98A3-7595DE8B9532}"/>
              </a:ext>
            </a:extLst>
          </p:cNvPr>
          <p:cNvSpPr txBox="1"/>
          <p:nvPr/>
        </p:nvSpPr>
        <p:spPr>
          <a:xfrm>
            <a:off x="7339582" y="-1489"/>
            <a:ext cx="13452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de-DE"/>
              <a:t>04 | Prioritäten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8459057-95C1-173E-686C-4C5985A8D4BE}"/>
              </a:ext>
            </a:extLst>
          </p:cNvPr>
          <p:cNvSpPr txBox="1"/>
          <p:nvPr/>
        </p:nvSpPr>
        <p:spPr>
          <a:xfrm>
            <a:off x="5045071" y="-1489"/>
            <a:ext cx="15648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03 | Erkenntnisse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3D0ABF5-7CCC-4191-C899-F28DB2209555}"/>
              </a:ext>
            </a:extLst>
          </p:cNvPr>
          <p:cNvSpPr txBox="1"/>
          <p:nvPr/>
        </p:nvSpPr>
        <p:spPr>
          <a:xfrm>
            <a:off x="9414480" y="-1488"/>
            <a:ext cx="1781840" cy="304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r>
              <a:rPr lang="de-DE"/>
              <a:t>05 | Empfehlungen</a:t>
            </a: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F7FB388C-FE1B-821F-7925-B023CC168B10}"/>
              </a:ext>
            </a:extLst>
          </p:cNvPr>
          <p:cNvCxnSpPr/>
          <p:nvPr/>
        </p:nvCxnSpPr>
        <p:spPr>
          <a:xfrm>
            <a:off x="0" y="306288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23706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A7F8DF-433C-23F8-93C2-72AB7B483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34">
            <a:extLst>
              <a:ext uri="{FF2B5EF4-FFF2-40B4-BE49-F238E27FC236}">
                <a16:creationId xmlns:a16="http://schemas.microsoft.com/office/drawing/2014/main" id="{8939D58E-B47C-3519-66ED-1C2C3FCCFBFD}"/>
              </a:ext>
            </a:extLst>
          </p:cNvPr>
          <p:cNvGrpSpPr/>
          <p:nvPr/>
        </p:nvGrpSpPr>
        <p:grpSpPr>
          <a:xfrm>
            <a:off x="1572768" y="755617"/>
            <a:ext cx="9070848" cy="566928"/>
            <a:chOff x="1554480" y="5520888"/>
            <a:chExt cx="9070848" cy="566928"/>
          </a:xfrm>
        </p:grpSpPr>
        <p:sp>
          <p:nvSpPr>
            <p:cNvPr id="19" name="Rectangle 31">
              <a:extLst>
                <a:ext uri="{FF2B5EF4-FFF2-40B4-BE49-F238E27FC236}">
                  <a16:creationId xmlns:a16="http://schemas.microsoft.com/office/drawing/2014/main" id="{8FFB924E-0D02-79D1-8BFD-BC48C39E6916}"/>
                </a:ext>
              </a:extLst>
            </p:cNvPr>
            <p:cNvSpPr/>
            <p:nvPr/>
          </p:nvSpPr>
          <p:spPr>
            <a:xfrm>
              <a:off x="1554480" y="5520888"/>
              <a:ext cx="9070848" cy="566928"/>
            </a:xfrm>
            <a:prstGeom prst="rect">
              <a:avLst/>
            </a:prstGeom>
            <a:solidFill>
              <a:srgbClr val="E8F2FA"/>
            </a:solidFill>
            <a:ln w="12700">
              <a:solidFill>
                <a:srgbClr val="0072C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32">
              <a:extLst>
                <a:ext uri="{FF2B5EF4-FFF2-40B4-BE49-F238E27FC236}">
                  <a16:creationId xmlns:a16="http://schemas.microsoft.com/office/drawing/2014/main" id="{5F488E70-8111-0660-6B4E-C3751C7DA3B3}"/>
                </a:ext>
              </a:extLst>
            </p:cNvPr>
            <p:cNvSpPr txBox="1"/>
            <p:nvPr/>
          </p:nvSpPr>
          <p:spPr>
            <a:xfrm>
              <a:off x="1792224" y="5705856"/>
              <a:ext cx="8613648" cy="274320"/>
            </a:xfrm>
            <a:prstGeom prst="rect">
              <a:avLst/>
            </a:prstGeom>
            <a:noFill/>
          </p:spPr>
          <p:txBody>
            <a:bodyPr wrap="square" lIns="18288" tIns="18288" rIns="18288" bIns="18288" anchor="t"/>
            <a:lstStyle/>
            <a:p>
              <a:pPr algn="ctr" fontAlgn="t">
                <a:lnSpc>
                  <a:spcPts val="1500"/>
                </a:lnSpc>
              </a:pPr>
              <a:r>
                <a:rPr lang="de-DE" sz="1400" b="1">
                  <a:solidFill>
                    <a:srgbClr val="171C8F"/>
                  </a:solidFill>
                  <a:latin typeface="Arial"/>
                </a:rPr>
                <a:t>Verantwortlichkeiten</a:t>
              </a:r>
              <a:r>
                <a:rPr lang="de-DE" sz="140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 und </a:t>
              </a:r>
              <a:r>
                <a:rPr lang="de-DE" sz="1400" b="1" err="1">
                  <a:solidFill>
                    <a:srgbClr val="171C8F"/>
                  </a:solidFill>
                  <a:latin typeface="Arial"/>
                </a:rPr>
                <a:t>Governance</a:t>
              </a:r>
              <a:r>
                <a:rPr lang="de-DE" sz="140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 klären</a:t>
              </a:r>
            </a:p>
          </p:txBody>
        </p:sp>
      </p:grpSp>
      <p:pic>
        <p:nvPicPr>
          <p:cNvPr id="22" name="Grafik 21" descr="Volltreffer mit einfarbiger Füllung">
            <a:extLst>
              <a:ext uri="{FF2B5EF4-FFF2-40B4-BE49-F238E27FC236}">
                <a16:creationId xmlns:a16="http://schemas.microsoft.com/office/drawing/2014/main" id="{17147611-49CE-9E18-B22A-B6941BC79D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4822" y="1742591"/>
            <a:ext cx="679292" cy="679292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16230B40-1A1C-1475-09BF-32467EFE05DB}"/>
              </a:ext>
            </a:extLst>
          </p:cNvPr>
          <p:cNvSpPr txBox="1"/>
          <p:nvPr/>
        </p:nvSpPr>
        <p:spPr>
          <a:xfrm>
            <a:off x="3404114" y="1984659"/>
            <a:ext cx="10368931" cy="305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de-DE">
                <a:solidFill>
                  <a:schemeClr val="bg1"/>
                </a:solidFill>
              </a:rPr>
              <a:t>Ownership für Daten, Prozesse und Entscheidungen schaffen.</a:t>
            </a:r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1F7F7B99-059C-75E9-3691-270161F8A0A9}"/>
              </a:ext>
            </a:extLst>
          </p:cNvPr>
          <p:cNvSpPr/>
          <p:nvPr/>
        </p:nvSpPr>
        <p:spPr>
          <a:xfrm>
            <a:off x="566928" y="3812032"/>
            <a:ext cx="11045952" cy="1993392"/>
          </a:xfrm>
          <a:prstGeom prst="rect">
            <a:avLst/>
          </a:prstGeom>
          <a:solidFill>
            <a:srgbClr val="F4F8FC"/>
          </a:solidFill>
          <a:ln w="6350">
            <a:solidFill>
              <a:srgbClr val="D2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9">
            <a:extLst>
              <a:ext uri="{FF2B5EF4-FFF2-40B4-BE49-F238E27FC236}">
                <a16:creationId xmlns:a16="http://schemas.microsoft.com/office/drawing/2014/main" id="{F231B48D-F47C-BBC8-A1F4-E4D6ED7108FB}"/>
              </a:ext>
            </a:extLst>
          </p:cNvPr>
          <p:cNvSpPr/>
          <p:nvPr/>
        </p:nvSpPr>
        <p:spPr>
          <a:xfrm>
            <a:off x="566928" y="3812032"/>
            <a:ext cx="11045952" cy="73152"/>
          </a:xfrm>
          <a:prstGeom prst="rect">
            <a:avLst/>
          </a:prstGeom>
          <a:solidFill>
            <a:srgbClr val="1C2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C1461090-9751-A9AB-3411-45CF004F446C}"/>
              </a:ext>
            </a:extLst>
          </p:cNvPr>
          <p:cNvSpPr txBox="1"/>
          <p:nvPr/>
        </p:nvSpPr>
        <p:spPr>
          <a:xfrm>
            <a:off x="830491" y="4815722"/>
            <a:ext cx="2468878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 fontAlgn="t">
              <a:lnSpc>
                <a:spcPts val="1500"/>
              </a:lnSpc>
            </a:pPr>
            <a:r>
              <a:rPr lang="de-DE" sz="1400">
                <a:solidFill>
                  <a:schemeClr val="bg2">
                    <a:lumMod val="10000"/>
                  </a:schemeClr>
                </a:solidFill>
                <a:latin typeface="Arial"/>
              </a:rPr>
              <a:t>Definition eines </a:t>
            </a:r>
            <a:r>
              <a:rPr lang="de-DE" sz="1400" err="1">
                <a:solidFill>
                  <a:schemeClr val="bg2">
                    <a:lumMod val="10000"/>
                  </a:schemeClr>
                </a:solidFill>
                <a:latin typeface="Arial"/>
              </a:rPr>
              <a:t>Process</a:t>
            </a:r>
            <a:r>
              <a:rPr lang="de-DE" sz="1400">
                <a:solidFill>
                  <a:schemeClr val="bg2">
                    <a:lumMod val="10000"/>
                  </a:schemeClr>
                </a:solidFill>
                <a:latin typeface="Arial"/>
              </a:rPr>
              <a:t> und Data </a:t>
            </a:r>
            <a:r>
              <a:rPr lang="de-DE" sz="1400" err="1">
                <a:solidFill>
                  <a:schemeClr val="bg2">
                    <a:lumMod val="10000"/>
                  </a:schemeClr>
                </a:solidFill>
                <a:latin typeface="Arial"/>
              </a:rPr>
              <a:t>Owners</a:t>
            </a:r>
            <a:r>
              <a:rPr lang="de-DE" sz="1400">
                <a:solidFill>
                  <a:schemeClr val="bg2">
                    <a:lumMod val="10000"/>
                  </a:schemeClr>
                </a:solidFill>
                <a:latin typeface="Arial"/>
              </a:rPr>
              <a:t> pro Kernprozess</a:t>
            </a:r>
          </a:p>
          <a:p>
            <a:pPr algn="ctr" fontAlgn="t">
              <a:lnSpc>
                <a:spcPts val="1500"/>
              </a:lnSpc>
            </a:pPr>
            <a:endParaRPr lang="de-DE" sz="160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</a:endParaRPr>
          </a:p>
        </p:txBody>
      </p:sp>
      <p:sp>
        <p:nvSpPr>
          <p:cNvPr id="35" name="TextBox 18">
            <a:extLst>
              <a:ext uri="{FF2B5EF4-FFF2-40B4-BE49-F238E27FC236}">
                <a16:creationId xmlns:a16="http://schemas.microsoft.com/office/drawing/2014/main" id="{514CE294-2959-F4D6-C426-4945139EC741}"/>
              </a:ext>
            </a:extLst>
          </p:cNvPr>
          <p:cNvSpPr txBox="1"/>
          <p:nvPr/>
        </p:nvSpPr>
        <p:spPr>
          <a:xfrm>
            <a:off x="3387579" y="4815722"/>
            <a:ext cx="2625942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 fontAlgn="t">
              <a:lnSpc>
                <a:spcPts val="1500"/>
              </a:lnSpc>
            </a:pPr>
            <a:r>
              <a:rPr lang="de-DE" sz="1400">
                <a:solidFill>
                  <a:schemeClr val="bg2">
                    <a:lumMod val="10000"/>
                  </a:schemeClr>
                </a:solidFill>
                <a:latin typeface="Arial"/>
              </a:rPr>
              <a:t>Festlegung eines </a:t>
            </a:r>
          </a:p>
          <a:p>
            <a:pPr algn="ctr" fontAlgn="t">
              <a:lnSpc>
                <a:spcPts val="1500"/>
              </a:lnSpc>
            </a:pPr>
            <a:r>
              <a:rPr lang="de-DE" sz="1400" err="1">
                <a:solidFill>
                  <a:schemeClr val="bg2">
                    <a:lumMod val="10000"/>
                  </a:schemeClr>
                </a:solidFill>
                <a:latin typeface="Arial"/>
              </a:rPr>
              <a:t>Governance</a:t>
            </a:r>
            <a:r>
              <a:rPr lang="de-DE" sz="1400">
                <a:solidFill>
                  <a:schemeClr val="bg2">
                    <a:lumMod val="10000"/>
                  </a:schemeClr>
                </a:solidFill>
                <a:latin typeface="Arial"/>
              </a:rPr>
              <a:t> Boards für die Transformation</a:t>
            </a:r>
          </a:p>
        </p:txBody>
      </p:sp>
      <p:sp>
        <p:nvSpPr>
          <p:cNvPr id="38" name="TextBox 22">
            <a:extLst>
              <a:ext uri="{FF2B5EF4-FFF2-40B4-BE49-F238E27FC236}">
                <a16:creationId xmlns:a16="http://schemas.microsoft.com/office/drawing/2014/main" id="{37925C0D-6D2E-DB39-A5C9-4D3C80E5F3FF}"/>
              </a:ext>
            </a:extLst>
          </p:cNvPr>
          <p:cNvSpPr txBox="1"/>
          <p:nvPr/>
        </p:nvSpPr>
        <p:spPr>
          <a:xfrm>
            <a:off x="6161307" y="4815722"/>
            <a:ext cx="2532353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 fontAlgn="t">
              <a:lnSpc>
                <a:spcPts val="1500"/>
              </a:lnSpc>
            </a:pPr>
            <a:r>
              <a:rPr lang="de-DE" sz="1400">
                <a:solidFill>
                  <a:schemeClr val="bg2">
                    <a:lumMod val="10000"/>
                  </a:schemeClr>
                </a:solidFill>
                <a:latin typeface="Arial"/>
              </a:rPr>
              <a:t>Dokumentation zentraler </a:t>
            </a:r>
            <a:r>
              <a:rPr lang="de-DE" sz="1400" err="1">
                <a:solidFill>
                  <a:schemeClr val="bg2">
                    <a:lumMod val="10000"/>
                  </a:schemeClr>
                </a:solidFill>
                <a:latin typeface="Arial"/>
              </a:rPr>
              <a:t>Entscheidungss</a:t>
            </a:r>
            <a:r>
              <a:rPr lang="de-DE" sz="1400">
                <a:solidFill>
                  <a:schemeClr val="bg2">
                    <a:lumMod val="10000"/>
                  </a:schemeClr>
                </a:solidFill>
                <a:latin typeface="Arial"/>
              </a:rPr>
              <a:t>-</a:t>
            </a:r>
          </a:p>
          <a:p>
            <a:pPr algn="ctr" fontAlgn="t">
              <a:lnSpc>
                <a:spcPts val="1500"/>
              </a:lnSpc>
            </a:pPr>
            <a:r>
              <a:rPr lang="de-DE" sz="1400">
                <a:solidFill>
                  <a:schemeClr val="bg2">
                    <a:lumMod val="10000"/>
                  </a:schemeClr>
                </a:solidFill>
                <a:latin typeface="Arial"/>
              </a:rPr>
              <a:t>echte (RACI)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D92F2CB6-2FDE-E8A5-BAE3-CDE9BFE490EF}"/>
              </a:ext>
            </a:extLst>
          </p:cNvPr>
          <p:cNvSpPr txBox="1"/>
          <p:nvPr/>
        </p:nvSpPr>
        <p:spPr>
          <a:xfrm>
            <a:off x="546608" y="3389868"/>
            <a:ext cx="10368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solidFill>
                  <a:schemeClr val="bg1"/>
                </a:solidFill>
              </a:rPr>
              <a:t>Maßnahmen</a:t>
            </a: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4B3CB152-74CF-8792-BAE3-64B5D2F6A1FB}"/>
              </a:ext>
            </a:extLst>
          </p:cNvPr>
          <p:cNvGrpSpPr/>
          <p:nvPr/>
        </p:nvGrpSpPr>
        <p:grpSpPr>
          <a:xfrm>
            <a:off x="5913120" y="2870037"/>
            <a:ext cx="365760" cy="220329"/>
            <a:chOff x="5212080" y="2751328"/>
            <a:chExt cx="335280" cy="205232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D8981CDA-66B8-7E94-1FDC-F2CFA25C4FA6}"/>
                </a:ext>
              </a:extLst>
            </p:cNvPr>
            <p:cNvCxnSpPr/>
            <p:nvPr/>
          </p:nvCxnSpPr>
          <p:spPr>
            <a:xfrm>
              <a:off x="5212080" y="2804160"/>
              <a:ext cx="167640" cy="15240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5C28882F-AE58-3DEA-18C9-49DE5B46D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9720" y="2804160"/>
              <a:ext cx="167640" cy="15240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986872D8-CE82-E2BF-F4DC-E5570D01AF84}"/>
                </a:ext>
              </a:extLst>
            </p:cNvPr>
            <p:cNvCxnSpPr/>
            <p:nvPr/>
          </p:nvCxnSpPr>
          <p:spPr>
            <a:xfrm>
              <a:off x="5212080" y="2751328"/>
              <a:ext cx="167640" cy="15240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FD9D0EDD-944C-9C75-4DF9-3316A1C24C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9720" y="2751328"/>
              <a:ext cx="167640" cy="15240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22">
            <a:extLst>
              <a:ext uri="{FF2B5EF4-FFF2-40B4-BE49-F238E27FC236}">
                <a16:creationId xmlns:a16="http://schemas.microsoft.com/office/drawing/2014/main" id="{C4100952-3AC7-3624-F5FA-74DC2550B42F}"/>
              </a:ext>
            </a:extLst>
          </p:cNvPr>
          <p:cNvSpPr txBox="1"/>
          <p:nvPr/>
        </p:nvSpPr>
        <p:spPr>
          <a:xfrm>
            <a:off x="8906635" y="4815722"/>
            <a:ext cx="2532353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 fontAlgn="t">
              <a:lnSpc>
                <a:spcPts val="1500"/>
              </a:lnSpc>
            </a:pPr>
            <a:r>
              <a:rPr lang="de-DE" sz="1400">
                <a:solidFill>
                  <a:schemeClr val="bg2">
                    <a:lumMod val="10000"/>
                  </a:schemeClr>
                </a:solidFill>
                <a:latin typeface="Arial"/>
              </a:rPr>
              <a:t>Benennung eines Gesamtverantwortlichen für die Transformation</a:t>
            </a:r>
          </a:p>
        </p:txBody>
      </p:sp>
      <p:pic>
        <p:nvPicPr>
          <p:cNvPr id="3" name="Grafik 2" descr="Büromitarbeiter Silhouette">
            <a:extLst>
              <a:ext uri="{FF2B5EF4-FFF2-40B4-BE49-F238E27FC236}">
                <a16:creationId xmlns:a16="http://schemas.microsoft.com/office/drawing/2014/main" id="{D6E23420-9283-88F5-535E-E241A21E89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1058" y="4039347"/>
            <a:ext cx="648000" cy="648000"/>
          </a:xfrm>
          <a:prstGeom prst="rect">
            <a:avLst/>
          </a:prstGeom>
        </p:spPr>
      </p:pic>
      <p:pic>
        <p:nvPicPr>
          <p:cNvPr id="5" name="Grafik 4" descr="Benutzer Silhouette">
            <a:extLst>
              <a:ext uri="{FF2B5EF4-FFF2-40B4-BE49-F238E27FC236}">
                <a16:creationId xmlns:a16="http://schemas.microsoft.com/office/drawing/2014/main" id="{1CC07A2B-EA2E-1A08-0093-D1B58D1582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9395" y="3967078"/>
            <a:ext cx="774058" cy="774058"/>
          </a:xfrm>
          <a:prstGeom prst="rect">
            <a:avLst/>
          </a:prstGeom>
        </p:spPr>
      </p:pic>
      <p:pic>
        <p:nvPicPr>
          <p:cNvPr id="8" name="Grafik 7" descr="Dokument mit einfarbiger Füllung">
            <a:extLst>
              <a:ext uri="{FF2B5EF4-FFF2-40B4-BE49-F238E27FC236}">
                <a16:creationId xmlns:a16="http://schemas.microsoft.com/office/drawing/2014/main" id="{B511CA2F-2313-FDA5-2B8E-B89498B22E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86324" y="4130237"/>
            <a:ext cx="648000" cy="648000"/>
          </a:xfrm>
          <a:prstGeom prst="rect">
            <a:avLst/>
          </a:prstGeom>
        </p:spPr>
      </p:pic>
      <p:pic>
        <p:nvPicPr>
          <p:cNvPr id="12" name="Grafik 11" descr="Männliches Profil Silhouette">
            <a:extLst>
              <a:ext uri="{FF2B5EF4-FFF2-40B4-BE49-F238E27FC236}">
                <a16:creationId xmlns:a16="http://schemas.microsoft.com/office/drawing/2014/main" id="{6D523B2F-8F48-8F59-3A6C-DB658344DA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0451" y="4070756"/>
            <a:ext cx="648000" cy="648000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2F2A7F4F-DF08-18A6-B7E3-84BED283F32A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9DC535E-0822-1038-96A0-8F2722C3B9BD}"/>
              </a:ext>
            </a:extLst>
          </p:cNvPr>
          <p:cNvSpPr txBox="1"/>
          <p:nvPr/>
        </p:nvSpPr>
        <p:spPr>
          <a:xfrm>
            <a:off x="1292818" y="-1488"/>
            <a:ext cx="1136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01 | Kontext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3FEA4C1-740D-C91F-3FA4-A9E2B704DF71}"/>
              </a:ext>
            </a:extLst>
          </p:cNvPr>
          <p:cNvSpPr txBox="1"/>
          <p:nvPr/>
        </p:nvSpPr>
        <p:spPr>
          <a:xfrm>
            <a:off x="3159326" y="-1489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de-DE"/>
              <a:t>02 | Struktur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39DF4CF-082E-FA41-D6EF-C185F4A955A8}"/>
              </a:ext>
            </a:extLst>
          </p:cNvPr>
          <p:cNvSpPr txBox="1"/>
          <p:nvPr/>
        </p:nvSpPr>
        <p:spPr>
          <a:xfrm>
            <a:off x="7339582" y="-1489"/>
            <a:ext cx="13452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de-DE"/>
              <a:t>04 | Prioritäten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3CF1DF0-62F6-C01C-751F-E046670ED91E}"/>
              </a:ext>
            </a:extLst>
          </p:cNvPr>
          <p:cNvSpPr txBox="1"/>
          <p:nvPr/>
        </p:nvSpPr>
        <p:spPr>
          <a:xfrm>
            <a:off x="5045071" y="-1489"/>
            <a:ext cx="15648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03 | Erkenntnisse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71A49E0-29BE-3E51-9633-F9D2505515B5}"/>
              </a:ext>
            </a:extLst>
          </p:cNvPr>
          <p:cNvSpPr txBox="1"/>
          <p:nvPr/>
        </p:nvSpPr>
        <p:spPr>
          <a:xfrm>
            <a:off x="9414480" y="-1489"/>
            <a:ext cx="177484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r>
              <a:rPr lang="de-DE"/>
              <a:t>05 | Empfehlungen</a:t>
            </a: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742A1CA7-4A80-568E-EFC2-DD331D557632}"/>
              </a:ext>
            </a:extLst>
          </p:cNvPr>
          <p:cNvCxnSpPr/>
          <p:nvPr/>
        </p:nvCxnSpPr>
        <p:spPr>
          <a:xfrm>
            <a:off x="0" y="306288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9" name="Connector 10">
            <a:extLst>
              <a:ext uri="{FF2B5EF4-FFF2-40B4-BE49-F238E27FC236}">
                <a16:creationId xmlns:a16="http://schemas.microsoft.com/office/drawing/2014/main" id="{D30CF3FD-BA7C-60D0-F604-0CB812B0A327}"/>
              </a:ext>
            </a:extLst>
          </p:cNvPr>
          <p:cNvCxnSpPr/>
          <p:nvPr/>
        </p:nvCxnSpPr>
        <p:spPr>
          <a:xfrm>
            <a:off x="6067206" y="3994912"/>
            <a:ext cx="0" cy="1600200"/>
          </a:xfrm>
          <a:prstGeom prst="line">
            <a:avLst/>
          </a:prstGeom>
          <a:ln w="10160">
            <a:solidFill>
              <a:srgbClr val="CDDEE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11">
            <a:extLst>
              <a:ext uri="{FF2B5EF4-FFF2-40B4-BE49-F238E27FC236}">
                <a16:creationId xmlns:a16="http://schemas.microsoft.com/office/drawing/2014/main" id="{F27704EB-83C7-5331-D4E6-D9BB0691F90A}"/>
              </a:ext>
            </a:extLst>
          </p:cNvPr>
          <p:cNvCxnSpPr/>
          <p:nvPr/>
        </p:nvCxnSpPr>
        <p:spPr>
          <a:xfrm>
            <a:off x="8778724" y="3994912"/>
            <a:ext cx="0" cy="1600200"/>
          </a:xfrm>
          <a:prstGeom prst="line">
            <a:avLst/>
          </a:prstGeom>
          <a:ln w="10160">
            <a:solidFill>
              <a:srgbClr val="CDDEE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11">
            <a:extLst>
              <a:ext uri="{FF2B5EF4-FFF2-40B4-BE49-F238E27FC236}">
                <a16:creationId xmlns:a16="http://schemas.microsoft.com/office/drawing/2014/main" id="{F80322D9-0333-AE9C-703A-03FEBEDE19C8}"/>
              </a:ext>
            </a:extLst>
          </p:cNvPr>
          <p:cNvCxnSpPr/>
          <p:nvPr/>
        </p:nvCxnSpPr>
        <p:spPr>
          <a:xfrm>
            <a:off x="3355688" y="4045204"/>
            <a:ext cx="0" cy="1600200"/>
          </a:xfrm>
          <a:prstGeom prst="line">
            <a:avLst/>
          </a:prstGeom>
          <a:ln w="10160">
            <a:solidFill>
              <a:srgbClr val="CDDEE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58426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C6F4F-13B2-29BC-4F00-1AD544E11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45AFCBF3-2592-EB43-675B-8509F381F91A}"/>
              </a:ext>
            </a:extLst>
          </p:cNvPr>
          <p:cNvGrpSpPr/>
          <p:nvPr/>
        </p:nvGrpSpPr>
        <p:grpSpPr>
          <a:xfrm>
            <a:off x="1572768" y="755617"/>
            <a:ext cx="9070848" cy="566928"/>
            <a:chOff x="1572768" y="845068"/>
            <a:chExt cx="9070848" cy="566928"/>
          </a:xfrm>
        </p:grpSpPr>
        <p:sp>
          <p:nvSpPr>
            <p:cNvPr id="19" name="Rectangle 31">
              <a:extLst>
                <a:ext uri="{FF2B5EF4-FFF2-40B4-BE49-F238E27FC236}">
                  <a16:creationId xmlns:a16="http://schemas.microsoft.com/office/drawing/2014/main" id="{2F8E4DA2-3891-B03F-7D62-A3B53AC68F96}"/>
                </a:ext>
              </a:extLst>
            </p:cNvPr>
            <p:cNvSpPr/>
            <p:nvPr/>
          </p:nvSpPr>
          <p:spPr>
            <a:xfrm>
              <a:off x="1572768" y="845068"/>
              <a:ext cx="9070848" cy="566928"/>
            </a:xfrm>
            <a:prstGeom prst="rect">
              <a:avLst/>
            </a:prstGeom>
            <a:solidFill>
              <a:srgbClr val="E8F2FA"/>
            </a:solidFill>
            <a:ln w="12700">
              <a:solidFill>
                <a:srgbClr val="0072C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32">
              <a:extLst>
                <a:ext uri="{FF2B5EF4-FFF2-40B4-BE49-F238E27FC236}">
                  <a16:creationId xmlns:a16="http://schemas.microsoft.com/office/drawing/2014/main" id="{F538474A-B3CB-1A9D-9629-3973491E32C3}"/>
                </a:ext>
              </a:extLst>
            </p:cNvPr>
            <p:cNvSpPr txBox="1"/>
            <p:nvPr/>
          </p:nvSpPr>
          <p:spPr>
            <a:xfrm>
              <a:off x="1810512" y="1030036"/>
              <a:ext cx="8613648" cy="274320"/>
            </a:xfrm>
            <a:prstGeom prst="rect">
              <a:avLst/>
            </a:prstGeom>
            <a:noFill/>
          </p:spPr>
          <p:txBody>
            <a:bodyPr wrap="square" lIns="18288" tIns="18288" rIns="18288" bIns="18288" anchor="t"/>
            <a:lstStyle/>
            <a:p>
              <a:pPr algn="ctr" fontAlgn="t">
                <a:lnSpc>
                  <a:spcPts val="1500"/>
                </a:lnSpc>
              </a:pPr>
              <a:r>
                <a:rPr lang="de-DE" sz="140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Kritische </a:t>
              </a:r>
              <a:r>
                <a:rPr lang="de-DE" sz="1400" b="1">
                  <a:solidFill>
                    <a:srgbClr val="171C8F"/>
                  </a:solidFill>
                  <a:latin typeface="Arial"/>
                </a:rPr>
                <a:t>Transparenzlücken</a:t>
              </a:r>
              <a:r>
                <a:rPr lang="de-DE" sz="140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 sichtbar machen</a:t>
              </a:r>
            </a:p>
          </p:txBody>
        </p:sp>
      </p:grpSp>
      <p:pic>
        <p:nvPicPr>
          <p:cNvPr id="22" name="Grafik 21" descr="Volltreffer mit einfarbiger Füllung">
            <a:extLst>
              <a:ext uri="{FF2B5EF4-FFF2-40B4-BE49-F238E27FC236}">
                <a16:creationId xmlns:a16="http://schemas.microsoft.com/office/drawing/2014/main" id="{6F6F805A-8EFE-A105-85C0-70B8EE2C05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13934" y="1775249"/>
            <a:ext cx="679292" cy="679292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212E6300-E84A-161A-29D2-52F3C32866DB}"/>
              </a:ext>
            </a:extLst>
          </p:cNvPr>
          <p:cNvSpPr txBox="1"/>
          <p:nvPr/>
        </p:nvSpPr>
        <p:spPr>
          <a:xfrm>
            <a:off x="3393226" y="1984659"/>
            <a:ext cx="10368931" cy="305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de-DE">
                <a:solidFill>
                  <a:schemeClr val="bg1"/>
                </a:solidFill>
              </a:rPr>
              <a:t>Faktenbasierte Priorisierung der Transformation ermöglichen.</a:t>
            </a:r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6958E405-B54A-BEFA-9204-3A4F5ACAC6A2}"/>
              </a:ext>
            </a:extLst>
          </p:cNvPr>
          <p:cNvSpPr/>
          <p:nvPr/>
        </p:nvSpPr>
        <p:spPr>
          <a:xfrm>
            <a:off x="566928" y="3812032"/>
            <a:ext cx="11045952" cy="1993392"/>
          </a:xfrm>
          <a:prstGeom prst="rect">
            <a:avLst/>
          </a:prstGeom>
          <a:solidFill>
            <a:srgbClr val="F4F8FC"/>
          </a:solidFill>
          <a:ln w="6350">
            <a:solidFill>
              <a:srgbClr val="D2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9">
            <a:extLst>
              <a:ext uri="{FF2B5EF4-FFF2-40B4-BE49-F238E27FC236}">
                <a16:creationId xmlns:a16="http://schemas.microsoft.com/office/drawing/2014/main" id="{FE964C8B-D84D-2090-CC67-25FCD6F6F01B}"/>
              </a:ext>
            </a:extLst>
          </p:cNvPr>
          <p:cNvSpPr/>
          <p:nvPr/>
        </p:nvSpPr>
        <p:spPr>
          <a:xfrm>
            <a:off x="566928" y="3812032"/>
            <a:ext cx="11045952" cy="73152"/>
          </a:xfrm>
          <a:prstGeom prst="rect">
            <a:avLst/>
          </a:prstGeom>
          <a:solidFill>
            <a:srgbClr val="1C2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6EF71CC6-0863-8344-50A6-F051C54C3B23}"/>
              </a:ext>
            </a:extLst>
          </p:cNvPr>
          <p:cNvSpPr txBox="1"/>
          <p:nvPr/>
        </p:nvSpPr>
        <p:spPr>
          <a:xfrm>
            <a:off x="830491" y="4815722"/>
            <a:ext cx="2468878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 fontAlgn="t">
              <a:lnSpc>
                <a:spcPts val="1500"/>
              </a:lnSpc>
            </a:pPr>
            <a:r>
              <a:rPr lang="de-DE" sz="1400">
                <a:solidFill>
                  <a:schemeClr val="bg2">
                    <a:lumMod val="10000"/>
                  </a:schemeClr>
                </a:solidFill>
                <a:latin typeface="Arial"/>
              </a:rPr>
              <a:t>Durchführung eines Rapid Assessments</a:t>
            </a:r>
          </a:p>
        </p:txBody>
      </p:sp>
      <p:sp>
        <p:nvSpPr>
          <p:cNvPr id="35" name="TextBox 18">
            <a:extLst>
              <a:ext uri="{FF2B5EF4-FFF2-40B4-BE49-F238E27FC236}">
                <a16:creationId xmlns:a16="http://schemas.microsoft.com/office/drawing/2014/main" id="{FEF6481E-A005-F52F-69F5-251FC2107767}"/>
              </a:ext>
            </a:extLst>
          </p:cNvPr>
          <p:cNvSpPr txBox="1"/>
          <p:nvPr/>
        </p:nvSpPr>
        <p:spPr>
          <a:xfrm>
            <a:off x="4783029" y="4815722"/>
            <a:ext cx="2625942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 fontAlgn="t">
              <a:lnSpc>
                <a:spcPts val="1500"/>
              </a:lnSpc>
            </a:pPr>
            <a:r>
              <a:rPr lang="de-DE" sz="1400">
                <a:solidFill>
                  <a:schemeClr val="bg2">
                    <a:lumMod val="10000"/>
                  </a:schemeClr>
                </a:solidFill>
                <a:latin typeface="Arial"/>
              </a:rPr>
              <a:t>Identifikation von Medienbrüchen</a:t>
            </a:r>
          </a:p>
        </p:txBody>
      </p:sp>
      <p:sp>
        <p:nvSpPr>
          <p:cNvPr id="38" name="TextBox 22">
            <a:extLst>
              <a:ext uri="{FF2B5EF4-FFF2-40B4-BE49-F238E27FC236}">
                <a16:creationId xmlns:a16="http://schemas.microsoft.com/office/drawing/2014/main" id="{49710718-4BCC-8A9F-4FD4-63510F46280E}"/>
              </a:ext>
            </a:extLst>
          </p:cNvPr>
          <p:cNvSpPr txBox="1"/>
          <p:nvPr/>
        </p:nvSpPr>
        <p:spPr>
          <a:xfrm>
            <a:off x="8567777" y="4815722"/>
            <a:ext cx="2532353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 fontAlgn="t">
              <a:lnSpc>
                <a:spcPts val="1500"/>
              </a:lnSpc>
            </a:pPr>
            <a:r>
              <a:rPr lang="de-DE" sz="1400">
                <a:solidFill>
                  <a:schemeClr val="bg2">
                    <a:lumMod val="10000"/>
                  </a:schemeClr>
                </a:solidFill>
                <a:latin typeface="Arial"/>
              </a:rPr>
              <a:t>Dokumentation der größten Daten- und Kontrolllücken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EF3E90E-78D2-1EC7-40C9-7612794A8138}"/>
              </a:ext>
            </a:extLst>
          </p:cNvPr>
          <p:cNvSpPr txBox="1"/>
          <p:nvPr/>
        </p:nvSpPr>
        <p:spPr>
          <a:xfrm>
            <a:off x="546608" y="3385720"/>
            <a:ext cx="10368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solidFill>
                  <a:schemeClr val="bg1"/>
                </a:solidFill>
              </a:rPr>
              <a:t>Maßnahmen</a:t>
            </a: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8DB6E9B4-603D-6EFA-FC51-D62DD80353B4}"/>
              </a:ext>
            </a:extLst>
          </p:cNvPr>
          <p:cNvGrpSpPr/>
          <p:nvPr/>
        </p:nvGrpSpPr>
        <p:grpSpPr>
          <a:xfrm>
            <a:off x="5913120" y="2870037"/>
            <a:ext cx="365760" cy="220329"/>
            <a:chOff x="5212080" y="2751328"/>
            <a:chExt cx="335280" cy="205232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2A0B8BAA-4F36-3CAD-0482-6B5F21A02028}"/>
                </a:ext>
              </a:extLst>
            </p:cNvPr>
            <p:cNvCxnSpPr/>
            <p:nvPr/>
          </p:nvCxnSpPr>
          <p:spPr>
            <a:xfrm>
              <a:off x="5212080" y="2804160"/>
              <a:ext cx="167640" cy="15240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AB4ED6F0-C051-4982-3721-09D3742578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9720" y="2804160"/>
              <a:ext cx="167640" cy="15240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CA2F2E0E-E8F8-7243-2EEB-F6CE6DD7B771}"/>
                </a:ext>
              </a:extLst>
            </p:cNvPr>
            <p:cNvCxnSpPr/>
            <p:nvPr/>
          </p:nvCxnSpPr>
          <p:spPr>
            <a:xfrm>
              <a:off x="5212080" y="2751328"/>
              <a:ext cx="167640" cy="15240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65C268E4-4FE7-301B-4054-9944E75B1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9720" y="2751328"/>
              <a:ext cx="167640" cy="15240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Grafik 11" descr="Fragen Silhouette">
            <a:extLst>
              <a:ext uri="{FF2B5EF4-FFF2-40B4-BE49-F238E27FC236}">
                <a16:creationId xmlns:a16="http://schemas.microsoft.com/office/drawing/2014/main" id="{E1DF905A-AD2D-817A-11BB-496017330F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7011" y="4118646"/>
            <a:ext cx="648000" cy="648000"/>
          </a:xfrm>
          <a:prstGeom prst="rect">
            <a:avLst/>
          </a:prstGeom>
        </p:spPr>
      </p:pic>
      <p:pic>
        <p:nvPicPr>
          <p:cNvPr id="16" name="Grafik 15" descr="Lupe mit einfarbiger Füllung">
            <a:extLst>
              <a:ext uri="{FF2B5EF4-FFF2-40B4-BE49-F238E27FC236}">
                <a16:creationId xmlns:a16="http://schemas.microsoft.com/office/drawing/2014/main" id="{7F28947D-FD4E-F1F4-D1C6-C2458AAB29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000" y="4146804"/>
            <a:ext cx="648000" cy="648000"/>
          </a:xfrm>
          <a:prstGeom prst="rect">
            <a:avLst/>
          </a:prstGeom>
        </p:spPr>
      </p:pic>
      <p:pic>
        <p:nvPicPr>
          <p:cNvPr id="24" name="Grafik 23" descr="Dokument mit einfarbiger Füllung">
            <a:extLst>
              <a:ext uri="{FF2B5EF4-FFF2-40B4-BE49-F238E27FC236}">
                <a16:creationId xmlns:a16="http://schemas.microsoft.com/office/drawing/2014/main" id="{542422F7-645B-69E0-D71A-5C30713F11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5204" y="4130237"/>
            <a:ext cx="648000" cy="648000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38E123D0-81C2-406C-7CD8-98706F3BED3A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A2FE059-4A34-9795-60E9-1633F3914987}"/>
              </a:ext>
            </a:extLst>
          </p:cNvPr>
          <p:cNvSpPr txBox="1"/>
          <p:nvPr/>
        </p:nvSpPr>
        <p:spPr>
          <a:xfrm>
            <a:off x="1292818" y="-1488"/>
            <a:ext cx="1136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01 | Kontext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0F0A445-EBAA-1332-AFD0-068D74A8E8DD}"/>
              </a:ext>
            </a:extLst>
          </p:cNvPr>
          <p:cNvSpPr txBox="1"/>
          <p:nvPr/>
        </p:nvSpPr>
        <p:spPr>
          <a:xfrm>
            <a:off x="3159326" y="-1489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de-DE"/>
              <a:t>02 | Struktur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8B9E276-CF50-C99E-BF47-1F5E8D4A7183}"/>
              </a:ext>
            </a:extLst>
          </p:cNvPr>
          <p:cNvSpPr txBox="1"/>
          <p:nvPr/>
        </p:nvSpPr>
        <p:spPr>
          <a:xfrm>
            <a:off x="7339582" y="-1489"/>
            <a:ext cx="13452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de-DE"/>
              <a:t>04 | Prioritäten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909BBA8-B859-111E-7EA1-AE855AA92494}"/>
              </a:ext>
            </a:extLst>
          </p:cNvPr>
          <p:cNvSpPr txBox="1"/>
          <p:nvPr/>
        </p:nvSpPr>
        <p:spPr>
          <a:xfrm>
            <a:off x="5045071" y="-1489"/>
            <a:ext cx="15648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03 | Erkenntnisse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E54974F-FA7D-BE48-703F-8EBC11E0D8FC}"/>
              </a:ext>
            </a:extLst>
          </p:cNvPr>
          <p:cNvSpPr txBox="1"/>
          <p:nvPr/>
        </p:nvSpPr>
        <p:spPr>
          <a:xfrm>
            <a:off x="9414480" y="-1489"/>
            <a:ext cx="177484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r>
              <a:rPr lang="de-DE"/>
              <a:t>05 | Empfehlungen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5E3E05F-D13C-AD20-1C64-8D7E4E538E0C}"/>
              </a:ext>
            </a:extLst>
          </p:cNvPr>
          <p:cNvCxnSpPr/>
          <p:nvPr/>
        </p:nvCxnSpPr>
        <p:spPr>
          <a:xfrm>
            <a:off x="0" y="306288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Connector 11">
            <a:extLst>
              <a:ext uri="{FF2B5EF4-FFF2-40B4-BE49-F238E27FC236}">
                <a16:creationId xmlns:a16="http://schemas.microsoft.com/office/drawing/2014/main" id="{B148449E-FB85-D7E5-CA24-3A6C74B8D92A}"/>
              </a:ext>
            </a:extLst>
          </p:cNvPr>
          <p:cNvCxnSpPr/>
          <p:nvPr/>
        </p:nvCxnSpPr>
        <p:spPr>
          <a:xfrm>
            <a:off x="8321524" y="3994912"/>
            <a:ext cx="0" cy="1600200"/>
          </a:xfrm>
          <a:prstGeom prst="line">
            <a:avLst/>
          </a:prstGeom>
          <a:ln w="10160">
            <a:solidFill>
              <a:srgbClr val="CDDEE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1">
            <a:extLst>
              <a:ext uri="{FF2B5EF4-FFF2-40B4-BE49-F238E27FC236}">
                <a16:creationId xmlns:a16="http://schemas.microsoft.com/office/drawing/2014/main" id="{DE3B1CC9-83CC-087D-8638-8BBB37E12082}"/>
              </a:ext>
            </a:extLst>
          </p:cNvPr>
          <p:cNvCxnSpPr/>
          <p:nvPr/>
        </p:nvCxnSpPr>
        <p:spPr>
          <a:xfrm>
            <a:off x="3998308" y="4045204"/>
            <a:ext cx="0" cy="1600200"/>
          </a:xfrm>
          <a:prstGeom prst="line">
            <a:avLst/>
          </a:prstGeom>
          <a:ln w="10160">
            <a:solidFill>
              <a:srgbClr val="CDDEE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83485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08CD2-0324-328F-951E-DDA3DD464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34">
            <a:extLst>
              <a:ext uri="{FF2B5EF4-FFF2-40B4-BE49-F238E27FC236}">
                <a16:creationId xmlns:a16="http://schemas.microsoft.com/office/drawing/2014/main" id="{48B631F1-568E-2C4D-3BC0-EAC40708B8CB}"/>
              </a:ext>
            </a:extLst>
          </p:cNvPr>
          <p:cNvGrpSpPr/>
          <p:nvPr/>
        </p:nvGrpSpPr>
        <p:grpSpPr>
          <a:xfrm>
            <a:off x="1572768" y="755617"/>
            <a:ext cx="9070848" cy="566928"/>
            <a:chOff x="1554480" y="5431437"/>
            <a:chExt cx="9070848" cy="566928"/>
          </a:xfrm>
        </p:grpSpPr>
        <p:sp>
          <p:nvSpPr>
            <p:cNvPr id="19" name="Rectangle 31">
              <a:extLst>
                <a:ext uri="{FF2B5EF4-FFF2-40B4-BE49-F238E27FC236}">
                  <a16:creationId xmlns:a16="http://schemas.microsoft.com/office/drawing/2014/main" id="{193AFBD2-0177-6F64-1918-83897096ECF5}"/>
                </a:ext>
              </a:extLst>
            </p:cNvPr>
            <p:cNvSpPr/>
            <p:nvPr/>
          </p:nvSpPr>
          <p:spPr>
            <a:xfrm>
              <a:off x="1554480" y="5431437"/>
              <a:ext cx="9070848" cy="566928"/>
            </a:xfrm>
            <a:prstGeom prst="rect">
              <a:avLst/>
            </a:prstGeom>
            <a:solidFill>
              <a:srgbClr val="E8F2FA"/>
            </a:solidFill>
            <a:ln w="12700">
              <a:solidFill>
                <a:srgbClr val="0072C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32">
              <a:extLst>
                <a:ext uri="{FF2B5EF4-FFF2-40B4-BE49-F238E27FC236}">
                  <a16:creationId xmlns:a16="http://schemas.microsoft.com/office/drawing/2014/main" id="{028FA51E-7E1C-7436-E65D-660E9354D93D}"/>
                </a:ext>
              </a:extLst>
            </p:cNvPr>
            <p:cNvSpPr txBox="1"/>
            <p:nvPr/>
          </p:nvSpPr>
          <p:spPr>
            <a:xfrm>
              <a:off x="1792224" y="5616405"/>
              <a:ext cx="8613648" cy="274320"/>
            </a:xfrm>
            <a:prstGeom prst="rect">
              <a:avLst/>
            </a:prstGeom>
            <a:noFill/>
          </p:spPr>
          <p:txBody>
            <a:bodyPr wrap="square" lIns="18288" tIns="18288" rIns="18288" bIns="18288" anchor="t"/>
            <a:lstStyle/>
            <a:p>
              <a:pPr algn="ctr" fontAlgn="t">
                <a:lnSpc>
                  <a:spcPts val="1500"/>
                </a:lnSpc>
              </a:pPr>
              <a:r>
                <a:rPr lang="de-DE" sz="140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Zentrales </a:t>
              </a:r>
              <a:r>
                <a:rPr lang="de-DE" sz="1400" b="1">
                  <a:solidFill>
                    <a:srgbClr val="171C8F"/>
                  </a:solidFill>
                  <a:latin typeface="Arial"/>
                </a:rPr>
                <a:t>Maßnahmen-</a:t>
              </a:r>
              <a:r>
                <a:rPr lang="de-DE" sz="140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 und </a:t>
              </a:r>
              <a:r>
                <a:rPr lang="de-DE" sz="1400" b="1">
                  <a:solidFill>
                    <a:srgbClr val="171C8F"/>
                  </a:solidFill>
                  <a:latin typeface="Arial"/>
                </a:rPr>
                <a:t>Entscheidungsregister</a:t>
              </a:r>
              <a:r>
                <a:rPr lang="de-DE" sz="1400">
                  <a:solidFill>
                    <a:schemeClr val="bg2">
                      <a:lumMod val="10000"/>
                    </a:schemeClr>
                  </a:solidFill>
                  <a:latin typeface="Arial"/>
                </a:rPr>
                <a:t> etablieren</a:t>
              </a:r>
            </a:p>
          </p:txBody>
        </p:sp>
      </p:grpSp>
      <p:pic>
        <p:nvPicPr>
          <p:cNvPr id="22" name="Grafik 21" descr="Volltreffer mit einfarbiger Füllung">
            <a:extLst>
              <a:ext uri="{FF2B5EF4-FFF2-40B4-BE49-F238E27FC236}">
                <a16:creationId xmlns:a16="http://schemas.microsoft.com/office/drawing/2014/main" id="{63BD7EC7-E951-C756-E627-F797BB9B59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51259" y="1797021"/>
            <a:ext cx="679292" cy="679292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FACB1120-D3C3-C18A-8D61-6819B5B968E4}"/>
              </a:ext>
            </a:extLst>
          </p:cNvPr>
          <p:cNvSpPr txBox="1"/>
          <p:nvPr/>
        </p:nvSpPr>
        <p:spPr>
          <a:xfrm>
            <a:off x="4130551" y="2004979"/>
            <a:ext cx="10368931" cy="305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de-DE">
                <a:solidFill>
                  <a:schemeClr val="bg1"/>
                </a:solidFill>
              </a:rPr>
              <a:t>Transformation aktiv steuerbar machen.</a:t>
            </a:r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16DEF63E-99FA-AB06-75E0-E90D7A7D19A1}"/>
              </a:ext>
            </a:extLst>
          </p:cNvPr>
          <p:cNvSpPr/>
          <p:nvPr/>
        </p:nvSpPr>
        <p:spPr>
          <a:xfrm>
            <a:off x="566928" y="3812032"/>
            <a:ext cx="11045952" cy="1993392"/>
          </a:xfrm>
          <a:prstGeom prst="rect">
            <a:avLst/>
          </a:prstGeom>
          <a:solidFill>
            <a:srgbClr val="F4F8FC"/>
          </a:solidFill>
          <a:ln w="6350">
            <a:solidFill>
              <a:srgbClr val="D2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9">
            <a:extLst>
              <a:ext uri="{FF2B5EF4-FFF2-40B4-BE49-F238E27FC236}">
                <a16:creationId xmlns:a16="http://schemas.microsoft.com/office/drawing/2014/main" id="{8CC2DBC7-C27F-D4B6-E43B-915B4B751BB8}"/>
              </a:ext>
            </a:extLst>
          </p:cNvPr>
          <p:cNvSpPr/>
          <p:nvPr/>
        </p:nvSpPr>
        <p:spPr>
          <a:xfrm>
            <a:off x="566928" y="3812032"/>
            <a:ext cx="11045952" cy="73152"/>
          </a:xfrm>
          <a:prstGeom prst="rect">
            <a:avLst/>
          </a:prstGeom>
          <a:solidFill>
            <a:srgbClr val="1C2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1EA30853-69BC-CCC6-5050-827AFDEDB8C4}"/>
              </a:ext>
            </a:extLst>
          </p:cNvPr>
          <p:cNvSpPr txBox="1"/>
          <p:nvPr/>
        </p:nvSpPr>
        <p:spPr>
          <a:xfrm>
            <a:off x="830491" y="4815722"/>
            <a:ext cx="2468878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>
            <a:defPPr>
              <a:defRPr lang="en-US"/>
            </a:defPPr>
            <a:lvl1pPr algn="ctr" fontAlgn="t">
              <a:lnSpc>
                <a:spcPts val="1500"/>
              </a:lnSpc>
              <a:defRPr sz="1400">
                <a:solidFill>
                  <a:schemeClr val="bg2">
                    <a:lumMod val="10000"/>
                  </a:schemeClr>
                </a:solidFill>
                <a:latin typeface="Arial"/>
              </a:defRPr>
            </a:lvl1pPr>
          </a:lstStyle>
          <a:p>
            <a:r>
              <a:rPr lang="de-DE"/>
              <a:t>Einrichtung eines zentralen Transformation Backlogs</a:t>
            </a:r>
          </a:p>
        </p:txBody>
      </p:sp>
      <p:sp>
        <p:nvSpPr>
          <p:cNvPr id="35" name="TextBox 18">
            <a:extLst>
              <a:ext uri="{FF2B5EF4-FFF2-40B4-BE49-F238E27FC236}">
                <a16:creationId xmlns:a16="http://schemas.microsoft.com/office/drawing/2014/main" id="{323D78F8-38AA-041E-640E-907F7CDB1B72}"/>
              </a:ext>
            </a:extLst>
          </p:cNvPr>
          <p:cNvSpPr txBox="1"/>
          <p:nvPr/>
        </p:nvSpPr>
        <p:spPr>
          <a:xfrm>
            <a:off x="4783029" y="4815722"/>
            <a:ext cx="2625942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>
            <a:defPPr>
              <a:defRPr lang="en-US"/>
            </a:defPPr>
            <a:lvl1pPr algn="ctr" fontAlgn="t">
              <a:lnSpc>
                <a:spcPts val="1500"/>
              </a:lnSpc>
              <a:defRPr sz="1400">
                <a:solidFill>
                  <a:schemeClr val="bg2">
                    <a:lumMod val="10000"/>
                  </a:schemeClr>
                </a:solidFill>
                <a:latin typeface="Arial"/>
              </a:defRPr>
            </a:lvl1pPr>
          </a:lstStyle>
          <a:p>
            <a:r>
              <a:rPr lang="de-DE"/>
              <a:t>Erfassung aller identifizierten Maßnahmen</a:t>
            </a:r>
          </a:p>
        </p:txBody>
      </p:sp>
      <p:sp>
        <p:nvSpPr>
          <p:cNvPr id="38" name="TextBox 22">
            <a:extLst>
              <a:ext uri="{FF2B5EF4-FFF2-40B4-BE49-F238E27FC236}">
                <a16:creationId xmlns:a16="http://schemas.microsoft.com/office/drawing/2014/main" id="{E3B94F41-E167-FD6D-EC5F-7E2E22FF7197}"/>
              </a:ext>
            </a:extLst>
          </p:cNvPr>
          <p:cNvSpPr txBox="1"/>
          <p:nvPr/>
        </p:nvSpPr>
        <p:spPr>
          <a:xfrm>
            <a:off x="8823226" y="4815722"/>
            <a:ext cx="2532353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>
            <a:defPPr>
              <a:defRPr lang="en-US"/>
            </a:defPPr>
            <a:lvl1pPr algn="ctr" fontAlgn="t">
              <a:lnSpc>
                <a:spcPts val="1500"/>
              </a:lnSpc>
              <a:defRPr sz="1400">
                <a:solidFill>
                  <a:schemeClr val="bg2">
                    <a:lumMod val="10000"/>
                  </a:schemeClr>
                </a:solidFill>
                <a:latin typeface="Arial"/>
              </a:defRPr>
            </a:lvl1pPr>
          </a:lstStyle>
          <a:p>
            <a:r>
              <a:rPr lang="de-DE"/>
              <a:t>Wöchentlicher Review durch Management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62EF9220-396A-C296-0A38-F94E5FD2E178}"/>
              </a:ext>
            </a:extLst>
          </p:cNvPr>
          <p:cNvSpPr txBox="1"/>
          <p:nvPr/>
        </p:nvSpPr>
        <p:spPr>
          <a:xfrm>
            <a:off x="546608" y="3389868"/>
            <a:ext cx="10368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solidFill>
                  <a:schemeClr val="bg1"/>
                </a:solidFill>
              </a:rPr>
              <a:t>Maßnahmen</a:t>
            </a: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D3D00400-7BE6-1B57-B39C-26664815094E}"/>
              </a:ext>
            </a:extLst>
          </p:cNvPr>
          <p:cNvGrpSpPr/>
          <p:nvPr/>
        </p:nvGrpSpPr>
        <p:grpSpPr>
          <a:xfrm>
            <a:off x="5913120" y="2870037"/>
            <a:ext cx="365760" cy="220329"/>
            <a:chOff x="5212080" y="2751328"/>
            <a:chExt cx="335280" cy="205232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79ACF1D6-0728-07B2-7D9A-929C93BF63E6}"/>
                </a:ext>
              </a:extLst>
            </p:cNvPr>
            <p:cNvCxnSpPr/>
            <p:nvPr/>
          </p:nvCxnSpPr>
          <p:spPr>
            <a:xfrm>
              <a:off x="5212080" y="2804160"/>
              <a:ext cx="167640" cy="15240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87AFAAF2-F6CA-D029-D315-8C5C479513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9720" y="2804160"/>
              <a:ext cx="167640" cy="15240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B9BF88F3-9A09-F1C2-3624-2D30688E1497}"/>
                </a:ext>
              </a:extLst>
            </p:cNvPr>
            <p:cNvCxnSpPr/>
            <p:nvPr/>
          </p:nvCxnSpPr>
          <p:spPr>
            <a:xfrm>
              <a:off x="5212080" y="2751328"/>
              <a:ext cx="167640" cy="15240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799137FD-DC5A-FCF9-C800-B207A2A6BA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9720" y="2751328"/>
              <a:ext cx="167640" cy="15240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Connector 11">
            <a:extLst>
              <a:ext uri="{FF2B5EF4-FFF2-40B4-BE49-F238E27FC236}">
                <a16:creationId xmlns:a16="http://schemas.microsoft.com/office/drawing/2014/main" id="{8F604BAE-7616-2000-21EF-F9CD795DD2E0}"/>
              </a:ext>
            </a:extLst>
          </p:cNvPr>
          <p:cNvCxnSpPr/>
          <p:nvPr/>
        </p:nvCxnSpPr>
        <p:spPr>
          <a:xfrm>
            <a:off x="8321524" y="3994912"/>
            <a:ext cx="0" cy="1600200"/>
          </a:xfrm>
          <a:prstGeom prst="line">
            <a:avLst/>
          </a:prstGeom>
          <a:ln w="10160">
            <a:solidFill>
              <a:srgbClr val="CDDEE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11">
            <a:extLst>
              <a:ext uri="{FF2B5EF4-FFF2-40B4-BE49-F238E27FC236}">
                <a16:creationId xmlns:a16="http://schemas.microsoft.com/office/drawing/2014/main" id="{ECEE47FB-CD9A-601C-4AC7-0450AE000864}"/>
              </a:ext>
            </a:extLst>
          </p:cNvPr>
          <p:cNvCxnSpPr/>
          <p:nvPr/>
        </p:nvCxnSpPr>
        <p:spPr>
          <a:xfrm>
            <a:off x="3998308" y="4045204"/>
            <a:ext cx="0" cy="1600200"/>
          </a:xfrm>
          <a:prstGeom prst="line">
            <a:avLst/>
          </a:prstGeom>
          <a:ln w="10160">
            <a:solidFill>
              <a:srgbClr val="CDDEE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fik 3" descr="Datenbank Silhouette">
            <a:extLst>
              <a:ext uri="{FF2B5EF4-FFF2-40B4-BE49-F238E27FC236}">
                <a16:creationId xmlns:a16="http://schemas.microsoft.com/office/drawing/2014/main" id="{AA45A601-387E-932F-196F-6C1F09013A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6400" y="4018280"/>
            <a:ext cx="648000" cy="648000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8769D418-C2A1-D012-B565-EFD654AC01E9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00B32E-C6C7-6BFD-BBF1-741C3695C320}"/>
              </a:ext>
            </a:extLst>
          </p:cNvPr>
          <p:cNvSpPr txBox="1"/>
          <p:nvPr/>
        </p:nvSpPr>
        <p:spPr>
          <a:xfrm>
            <a:off x="1292818" y="-1488"/>
            <a:ext cx="1136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01 | Kontext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860D382-B2C3-2281-99D9-456AE3C074D5}"/>
              </a:ext>
            </a:extLst>
          </p:cNvPr>
          <p:cNvSpPr txBox="1"/>
          <p:nvPr/>
        </p:nvSpPr>
        <p:spPr>
          <a:xfrm>
            <a:off x="3159326" y="-1489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de-DE"/>
              <a:t>02 | Struktur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215B354-19E8-9135-9055-079E2A357A59}"/>
              </a:ext>
            </a:extLst>
          </p:cNvPr>
          <p:cNvSpPr txBox="1"/>
          <p:nvPr/>
        </p:nvSpPr>
        <p:spPr>
          <a:xfrm>
            <a:off x="7339582" y="-1489"/>
            <a:ext cx="13452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de-DE"/>
              <a:t>04 | Prioritäten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E39DEA4-2C74-88F4-C9ED-12D4159C4CCD}"/>
              </a:ext>
            </a:extLst>
          </p:cNvPr>
          <p:cNvSpPr txBox="1"/>
          <p:nvPr/>
        </p:nvSpPr>
        <p:spPr>
          <a:xfrm>
            <a:off x="5045071" y="-1489"/>
            <a:ext cx="15648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03 | Erkenntnisse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2FAEB4B-17AF-F1C6-AC53-3A70F3BF34C6}"/>
              </a:ext>
            </a:extLst>
          </p:cNvPr>
          <p:cNvSpPr txBox="1"/>
          <p:nvPr/>
        </p:nvSpPr>
        <p:spPr>
          <a:xfrm>
            <a:off x="9414480" y="-1489"/>
            <a:ext cx="177484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r>
              <a:rPr lang="de-DE"/>
              <a:t>05 | Empfehlungen</a:t>
            </a: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4B329DCC-EDE6-CC09-781A-8B5640B9C5DA}"/>
              </a:ext>
            </a:extLst>
          </p:cNvPr>
          <p:cNvCxnSpPr/>
          <p:nvPr/>
        </p:nvCxnSpPr>
        <p:spPr>
          <a:xfrm>
            <a:off x="0" y="306288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25" name="Grafik 24" descr="Lupe mit einfarbiger Füllung">
            <a:extLst>
              <a:ext uri="{FF2B5EF4-FFF2-40B4-BE49-F238E27FC236}">
                <a16:creationId xmlns:a16="http://schemas.microsoft.com/office/drawing/2014/main" id="{A7C4FED4-21BC-0E59-8B64-32F818D39A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000" y="4096004"/>
            <a:ext cx="648000" cy="648000"/>
          </a:xfrm>
          <a:prstGeom prst="rect">
            <a:avLst/>
          </a:prstGeom>
        </p:spPr>
      </p:pic>
      <p:pic>
        <p:nvPicPr>
          <p:cNvPr id="33" name="Grafik 32" descr="Flip-Kalender Silhouette">
            <a:extLst>
              <a:ext uri="{FF2B5EF4-FFF2-40B4-BE49-F238E27FC236}">
                <a16:creationId xmlns:a16="http://schemas.microsoft.com/office/drawing/2014/main" id="{E21BFB59-20A9-ADC4-46F4-BAC1F63D38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6477" y="4126544"/>
            <a:ext cx="648000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1340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6B0CA-F69E-94C2-C1A8-70FD4ED56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hteck 215">
            <a:extLst>
              <a:ext uri="{FF2B5EF4-FFF2-40B4-BE49-F238E27FC236}">
                <a16:creationId xmlns:a16="http://schemas.microsoft.com/office/drawing/2014/main" id="{D8CEC2E3-A390-DD98-2B5A-3C4D0408FE20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20F354-C641-E96D-12EE-4AA74C5DE9E3}"/>
              </a:ext>
            </a:extLst>
          </p:cNvPr>
          <p:cNvSpPr txBox="1"/>
          <p:nvPr/>
        </p:nvSpPr>
        <p:spPr>
          <a:xfrm>
            <a:off x="650756" y="834727"/>
            <a:ext cx="10596363" cy="463721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endParaRPr sz="2400" b="1">
              <a:solidFill>
                <a:srgbClr val="171C8F"/>
              </a:solidFill>
              <a:latin typeface="Arial"/>
            </a:endParaRPr>
          </a:p>
        </p:txBody>
      </p:sp>
      <p:sp>
        <p:nvSpPr>
          <p:cNvPr id="114" name="Text 0">
            <a:extLst>
              <a:ext uri="{FF2B5EF4-FFF2-40B4-BE49-F238E27FC236}">
                <a16:creationId xmlns:a16="http://schemas.microsoft.com/office/drawing/2014/main" id="{CCD8E051-C866-6EA7-859C-4734F1318DF1}"/>
              </a:ext>
            </a:extLst>
          </p:cNvPr>
          <p:cNvSpPr/>
          <p:nvPr/>
        </p:nvSpPr>
        <p:spPr>
          <a:xfrm rot="19290025">
            <a:off x="5824725" y="1328716"/>
            <a:ext cx="1445331" cy="2241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12" b="1" err="1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Meilenstein</a:t>
            </a:r>
            <a:r>
              <a:rPr lang="en-US" sz="712" b="1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1:</a:t>
            </a:r>
            <a:endParaRPr lang="en-US" sz="950"/>
          </a:p>
        </p:txBody>
      </p:sp>
      <p:sp>
        <p:nvSpPr>
          <p:cNvPr id="116" name="Text 3">
            <a:extLst>
              <a:ext uri="{FF2B5EF4-FFF2-40B4-BE49-F238E27FC236}">
                <a16:creationId xmlns:a16="http://schemas.microsoft.com/office/drawing/2014/main" id="{B703726C-2DDE-E518-8ACB-3A9640B98862}"/>
              </a:ext>
            </a:extLst>
          </p:cNvPr>
          <p:cNvSpPr/>
          <p:nvPr/>
        </p:nvSpPr>
        <p:spPr>
          <a:xfrm rot="19290025">
            <a:off x="7998642" y="1314895"/>
            <a:ext cx="1541033" cy="21375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12" b="1" err="1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Meilenstein</a:t>
            </a:r>
            <a:r>
              <a:rPr lang="en-US" sz="712" b="1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2:</a:t>
            </a:r>
            <a:endParaRPr lang="en-US" sz="950"/>
          </a:p>
        </p:txBody>
      </p:sp>
      <p:sp>
        <p:nvSpPr>
          <p:cNvPr id="117" name="Shape 6">
            <a:extLst>
              <a:ext uri="{FF2B5EF4-FFF2-40B4-BE49-F238E27FC236}">
                <a16:creationId xmlns:a16="http://schemas.microsoft.com/office/drawing/2014/main" id="{2F9F2E62-FBD7-1DA3-1A96-50E24C5CCC71}"/>
              </a:ext>
            </a:extLst>
          </p:cNvPr>
          <p:cNvSpPr/>
          <p:nvPr/>
        </p:nvSpPr>
        <p:spPr>
          <a:xfrm>
            <a:off x="324127" y="1970314"/>
            <a:ext cx="3476156" cy="210264"/>
          </a:xfrm>
          <a:prstGeom prst="rect">
            <a:avLst/>
          </a:prstGeom>
          <a:solidFill>
            <a:srgbClr val="002060"/>
          </a:solidFill>
          <a:ln w="698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8" name="Text 7">
            <a:extLst>
              <a:ext uri="{FF2B5EF4-FFF2-40B4-BE49-F238E27FC236}">
                <a16:creationId xmlns:a16="http://schemas.microsoft.com/office/drawing/2014/main" id="{531553CA-A373-6743-34D1-6B8322469BEE}"/>
              </a:ext>
            </a:extLst>
          </p:cNvPr>
          <p:cNvSpPr/>
          <p:nvPr/>
        </p:nvSpPr>
        <p:spPr>
          <a:xfrm>
            <a:off x="1092895" y="2004869"/>
            <a:ext cx="2544944" cy="173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/</a:t>
            </a:r>
            <a:r>
              <a:rPr lang="en-US" sz="1400" b="1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Handlungsfelder</a:t>
            </a:r>
            <a:endParaRPr lang="en-US" sz="1400"/>
          </a:p>
        </p:txBody>
      </p:sp>
      <p:sp>
        <p:nvSpPr>
          <p:cNvPr id="119" name="Shape 8">
            <a:extLst>
              <a:ext uri="{FF2B5EF4-FFF2-40B4-BE49-F238E27FC236}">
                <a16:creationId xmlns:a16="http://schemas.microsoft.com/office/drawing/2014/main" id="{518C0AF4-F293-2AD6-1FE0-80D6580366AF}"/>
              </a:ext>
            </a:extLst>
          </p:cNvPr>
          <p:cNvSpPr/>
          <p:nvPr/>
        </p:nvSpPr>
        <p:spPr>
          <a:xfrm>
            <a:off x="3800282" y="1970314"/>
            <a:ext cx="2187568" cy="210264"/>
          </a:xfrm>
          <a:prstGeom prst="rect">
            <a:avLst/>
          </a:prstGeom>
          <a:solidFill>
            <a:srgbClr val="002060"/>
          </a:solidFill>
          <a:ln w="698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20" name="Text 9">
            <a:extLst>
              <a:ext uri="{FF2B5EF4-FFF2-40B4-BE49-F238E27FC236}">
                <a16:creationId xmlns:a16="http://schemas.microsoft.com/office/drawing/2014/main" id="{77B555FC-F57A-9CBE-6022-9D435785F49D}"/>
              </a:ext>
            </a:extLst>
          </p:cNvPr>
          <p:cNvSpPr/>
          <p:nvPr/>
        </p:nvSpPr>
        <p:spPr>
          <a:xfrm>
            <a:off x="3800282" y="1970314"/>
            <a:ext cx="2187568" cy="210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Woche</a:t>
            </a:r>
            <a:r>
              <a:rPr lang="en-US" sz="14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1</a:t>
            </a:r>
            <a:endParaRPr lang="en-US" sz="1400"/>
          </a:p>
        </p:txBody>
      </p:sp>
      <p:sp>
        <p:nvSpPr>
          <p:cNvPr id="121" name="Shape 10">
            <a:extLst>
              <a:ext uri="{FF2B5EF4-FFF2-40B4-BE49-F238E27FC236}">
                <a16:creationId xmlns:a16="http://schemas.microsoft.com/office/drawing/2014/main" id="{64E5B8F8-23EF-FCB0-86BE-1543C0BE4E2C}"/>
              </a:ext>
            </a:extLst>
          </p:cNvPr>
          <p:cNvSpPr/>
          <p:nvPr/>
        </p:nvSpPr>
        <p:spPr>
          <a:xfrm>
            <a:off x="5987851" y="1970314"/>
            <a:ext cx="3705704" cy="210264"/>
          </a:xfrm>
          <a:prstGeom prst="rect">
            <a:avLst/>
          </a:prstGeom>
          <a:solidFill>
            <a:srgbClr val="002060"/>
          </a:solidFill>
          <a:ln w="698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2" name="Text 11">
            <a:extLst>
              <a:ext uri="{FF2B5EF4-FFF2-40B4-BE49-F238E27FC236}">
                <a16:creationId xmlns:a16="http://schemas.microsoft.com/office/drawing/2014/main" id="{146827B2-40FC-A50D-FFF6-AE1FFC14CD09}"/>
              </a:ext>
            </a:extLst>
          </p:cNvPr>
          <p:cNvSpPr/>
          <p:nvPr/>
        </p:nvSpPr>
        <p:spPr>
          <a:xfrm>
            <a:off x="5987851" y="1970314"/>
            <a:ext cx="3705704" cy="210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Woche 2</a:t>
            </a:r>
            <a:endParaRPr lang="en-US" sz="1400"/>
          </a:p>
        </p:txBody>
      </p:sp>
      <p:sp>
        <p:nvSpPr>
          <p:cNvPr id="123" name="Shape 12">
            <a:extLst>
              <a:ext uri="{FF2B5EF4-FFF2-40B4-BE49-F238E27FC236}">
                <a16:creationId xmlns:a16="http://schemas.microsoft.com/office/drawing/2014/main" id="{3D0001A2-BBA7-2660-E49F-B0B917B57B2B}"/>
              </a:ext>
            </a:extLst>
          </p:cNvPr>
          <p:cNvSpPr/>
          <p:nvPr/>
        </p:nvSpPr>
        <p:spPr>
          <a:xfrm>
            <a:off x="8175420" y="1970314"/>
            <a:ext cx="3705704" cy="210264"/>
          </a:xfrm>
          <a:prstGeom prst="rect">
            <a:avLst/>
          </a:prstGeom>
          <a:solidFill>
            <a:srgbClr val="002060"/>
          </a:solidFill>
          <a:ln w="698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4" name="Text 13">
            <a:extLst>
              <a:ext uri="{FF2B5EF4-FFF2-40B4-BE49-F238E27FC236}">
                <a16:creationId xmlns:a16="http://schemas.microsoft.com/office/drawing/2014/main" id="{27C17D42-5FC4-6953-34EC-DACF8E6A5BD9}"/>
              </a:ext>
            </a:extLst>
          </p:cNvPr>
          <p:cNvSpPr/>
          <p:nvPr/>
        </p:nvSpPr>
        <p:spPr>
          <a:xfrm>
            <a:off x="8175420" y="1970314"/>
            <a:ext cx="3705704" cy="210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Woche 3</a:t>
            </a:r>
            <a:endParaRPr lang="en-US" sz="1400"/>
          </a:p>
        </p:txBody>
      </p:sp>
      <p:sp>
        <p:nvSpPr>
          <p:cNvPr id="125" name="Shape 18">
            <a:extLst>
              <a:ext uri="{FF2B5EF4-FFF2-40B4-BE49-F238E27FC236}">
                <a16:creationId xmlns:a16="http://schemas.microsoft.com/office/drawing/2014/main" id="{06B4C13A-D806-9F91-493A-D9D8158B5627}"/>
              </a:ext>
            </a:extLst>
          </p:cNvPr>
          <p:cNvSpPr/>
          <p:nvPr/>
        </p:nvSpPr>
        <p:spPr>
          <a:xfrm>
            <a:off x="313297" y="2204056"/>
            <a:ext cx="3476156" cy="889767"/>
          </a:xfrm>
          <a:prstGeom prst="rect">
            <a:avLst/>
          </a:prstGeom>
          <a:solidFill>
            <a:srgbClr val="FFFFFF"/>
          </a:solidFill>
          <a:ln w="698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6" name="Shape 19">
            <a:extLst>
              <a:ext uri="{FF2B5EF4-FFF2-40B4-BE49-F238E27FC236}">
                <a16:creationId xmlns:a16="http://schemas.microsoft.com/office/drawing/2014/main" id="{F15841B4-B6A9-9A2D-9D42-DCA56298497C}"/>
              </a:ext>
            </a:extLst>
          </p:cNvPr>
          <p:cNvSpPr/>
          <p:nvPr/>
        </p:nvSpPr>
        <p:spPr>
          <a:xfrm>
            <a:off x="3800282" y="2204056"/>
            <a:ext cx="2187568" cy="889767"/>
          </a:xfrm>
          <a:prstGeom prst="rect">
            <a:avLst/>
          </a:prstGeom>
          <a:solidFill>
            <a:srgbClr val="FFFFFF"/>
          </a:solidFill>
          <a:ln w="698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7" name="Shape 20">
            <a:extLst>
              <a:ext uri="{FF2B5EF4-FFF2-40B4-BE49-F238E27FC236}">
                <a16:creationId xmlns:a16="http://schemas.microsoft.com/office/drawing/2014/main" id="{CB45F4E7-FA9F-7ACA-2887-95C0A1DF5E9F}"/>
              </a:ext>
            </a:extLst>
          </p:cNvPr>
          <p:cNvSpPr/>
          <p:nvPr/>
        </p:nvSpPr>
        <p:spPr>
          <a:xfrm>
            <a:off x="5987851" y="2204056"/>
            <a:ext cx="3705704" cy="889767"/>
          </a:xfrm>
          <a:prstGeom prst="rect">
            <a:avLst/>
          </a:prstGeom>
          <a:solidFill>
            <a:srgbClr val="FFFFFF"/>
          </a:solidFill>
          <a:ln w="698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8" name="Shape 21">
            <a:extLst>
              <a:ext uri="{FF2B5EF4-FFF2-40B4-BE49-F238E27FC236}">
                <a16:creationId xmlns:a16="http://schemas.microsoft.com/office/drawing/2014/main" id="{07563B54-9178-024E-0BF7-6ACB74743B2E}"/>
              </a:ext>
            </a:extLst>
          </p:cNvPr>
          <p:cNvSpPr/>
          <p:nvPr/>
        </p:nvSpPr>
        <p:spPr>
          <a:xfrm>
            <a:off x="8175420" y="2204056"/>
            <a:ext cx="3705704" cy="889767"/>
          </a:xfrm>
          <a:prstGeom prst="rect">
            <a:avLst/>
          </a:prstGeom>
          <a:solidFill>
            <a:srgbClr val="FFFFFF"/>
          </a:solidFill>
          <a:ln w="698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9" name="Shape 24">
            <a:extLst>
              <a:ext uri="{FF2B5EF4-FFF2-40B4-BE49-F238E27FC236}">
                <a16:creationId xmlns:a16="http://schemas.microsoft.com/office/drawing/2014/main" id="{E9B7FEC5-CF4A-6953-8749-475F23FDB62E}"/>
              </a:ext>
            </a:extLst>
          </p:cNvPr>
          <p:cNvSpPr/>
          <p:nvPr/>
        </p:nvSpPr>
        <p:spPr>
          <a:xfrm>
            <a:off x="313297" y="3093822"/>
            <a:ext cx="3476156" cy="889767"/>
          </a:xfrm>
          <a:prstGeom prst="rect">
            <a:avLst/>
          </a:prstGeom>
          <a:solidFill>
            <a:srgbClr val="FFFFFF"/>
          </a:solidFill>
          <a:ln w="698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0" name="Shape 25">
            <a:extLst>
              <a:ext uri="{FF2B5EF4-FFF2-40B4-BE49-F238E27FC236}">
                <a16:creationId xmlns:a16="http://schemas.microsoft.com/office/drawing/2014/main" id="{AB27398B-77F8-B5BF-C879-7E11523C267E}"/>
              </a:ext>
            </a:extLst>
          </p:cNvPr>
          <p:cNvSpPr/>
          <p:nvPr/>
        </p:nvSpPr>
        <p:spPr>
          <a:xfrm>
            <a:off x="3800282" y="3093822"/>
            <a:ext cx="2187568" cy="889767"/>
          </a:xfrm>
          <a:prstGeom prst="rect">
            <a:avLst/>
          </a:prstGeom>
          <a:solidFill>
            <a:srgbClr val="FFFFFF"/>
          </a:solidFill>
          <a:ln w="698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1" name="Shape 26">
            <a:extLst>
              <a:ext uri="{FF2B5EF4-FFF2-40B4-BE49-F238E27FC236}">
                <a16:creationId xmlns:a16="http://schemas.microsoft.com/office/drawing/2014/main" id="{E555F605-2279-1EC1-C1F1-C1EDD71E48DB}"/>
              </a:ext>
            </a:extLst>
          </p:cNvPr>
          <p:cNvSpPr/>
          <p:nvPr/>
        </p:nvSpPr>
        <p:spPr>
          <a:xfrm>
            <a:off x="5987850" y="3102921"/>
            <a:ext cx="3705704" cy="889767"/>
          </a:xfrm>
          <a:prstGeom prst="rect">
            <a:avLst/>
          </a:prstGeom>
          <a:solidFill>
            <a:srgbClr val="FFFFFF"/>
          </a:solidFill>
          <a:ln w="698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2" name="Shape 27">
            <a:extLst>
              <a:ext uri="{FF2B5EF4-FFF2-40B4-BE49-F238E27FC236}">
                <a16:creationId xmlns:a16="http://schemas.microsoft.com/office/drawing/2014/main" id="{2C3D5F16-B04B-B605-71B1-93D3AD0FE19F}"/>
              </a:ext>
            </a:extLst>
          </p:cNvPr>
          <p:cNvSpPr/>
          <p:nvPr/>
        </p:nvSpPr>
        <p:spPr>
          <a:xfrm>
            <a:off x="8175420" y="3093822"/>
            <a:ext cx="3705704" cy="889767"/>
          </a:xfrm>
          <a:prstGeom prst="rect">
            <a:avLst/>
          </a:prstGeom>
          <a:solidFill>
            <a:srgbClr val="FFFFFF"/>
          </a:solidFill>
          <a:ln w="698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3" name="Shape 30">
            <a:extLst>
              <a:ext uri="{FF2B5EF4-FFF2-40B4-BE49-F238E27FC236}">
                <a16:creationId xmlns:a16="http://schemas.microsoft.com/office/drawing/2014/main" id="{6373E115-463D-425C-E2E0-E8E1ECB3E6F0}"/>
              </a:ext>
            </a:extLst>
          </p:cNvPr>
          <p:cNvSpPr/>
          <p:nvPr/>
        </p:nvSpPr>
        <p:spPr>
          <a:xfrm>
            <a:off x="313297" y="3983589"/>
            <a:ext cx="3476156" cy="889767"/>
          </a:xfrm>
          <a:prstGeom prst="rect">
            <a:avLst/>
          </a:prstGeom>
          <a:solidFill>
            <a:srgbClr val="FFFFFF"/>
          </a:solidFill>
          <a:ln w="698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4" name="Shape 31">
            <a:extLst>
              <a:ext uri="{FF2B5EF4-FFF2-40B4-BE49-F238E27FC236}">
                <a16:creationId xmlns:a16="http://schemas.microsoft.com/office/drawing/2014/main" id="{0F524EC3-B311-02E2-6029-22A8058CDBBC}"/>
              </a:ext>
            </a:extLst>
          </p:cNvPr>
          <p:cNvSpPr/>
          <p:nvPr/>
        </p:nvSpPr>
        <p:spPr>
          <a:xfrm>
            <a:off x="3800282" y="3983589"/>
            <a:ext cx="2187568" cy="889767"/>
          </a:xfrm>
          <a:prstGeom prst="rect">
            <a:avLst/>
          </a:prstGeom>
          <a:solidFill>
            <a:srgbClr val="FFFFFF"/>
          </a:solidFill>
          <a:ln w="698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5" name="Shape 32">
            <a:extLst>
              <a:ext uri="{FF2B5EF4-FFF2-40B4-BE49-F238E27FC236}">
                <a16:creationId xmlns:a16="http://schemas.microsoft.com/office/drawing/2014/main" id="{2F89817E-8D41-354D-459A-3E9A2DD9655E}"/>
              </a:ext>
            </a:extLst>
          </p:cNvPr>
          <p:cNvSpPr/>
          <p:nvPr/>
        </p:nvSpPr>
        <p:spPr>
          <a:xfrm>
            <a:off x="5987851" y="3983589"/>
            <a:ext cx="3705704" cy="889767"/>
          </a:xfrm>
          <a:prstGeom prst="rect">
            <a:avLst/>
          </a:prstGeom>
          <a:solidFill>
            <a:srgbClr val="FFFFFF"/>
          </a:solidFill>
          <a:ln w="698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6" name="Shape 33">
            <a:extLst>
              <a:ext uri="{FF2B5EF4-FFF2-40B4-BE49-F238E27FC236}">
                <a16:creationId xmlns:a16="http://schemas.microsoft.com/office/drawing/2014/main" id="{6AE053C0-D3C3-BDDD-0A43-2D4364387706}"/>
              </a:ext>
            </a:extLst>
          </p:cNvPr>
          <p:cNvSpPr/>
          <p:nvPr/>
        </p:nvSpPr>
        <p:spPr>
          <a:xfrm>
            <a:off x="8175420" y="3983589"/>
            <a:ext cx="2520000" cy="889767"/>
          </a:xfrm>
          <a:prstGeom prst="rect">
            <a:avLst/>
          </a:prstGeom>
          <a:solidFill>
            <a:srgbClr val="FFFFFF"/>
          </a:solidFill>
          <a:ln w="698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7" name="Shape 36">
            <a:extLst>
              <a:ext uri="{FF2B5EF4-FFF2-40B4-BE49-F238E27FC236}">
                <a16:creationId xmlns:a16="http://schemas.microsoft.com/office/drawing/2014/main" id="{47D0D6D5-79A9-270C-9B0E-438C03E4C65C}"/>
              </a:ext>
            </a:extLst>
          </p:cNvPr>
          <p:cNvSpPr/>
          <p:nvPr/>
        </p:nvSpPr>
        <p:spPr>
          <a:xfrm>
            <a:off x="313297" y="4873355"/>
            <a:ext cx="3476156" cy="889767"/>
          </a:xfrm>
          <a:prstGeom prst="rect">
            <a:avLst/>
          </a:prstGeom>
          <a:solidFill>
            <a:srgbClr val="FFFFFF"/>
          </a:solidFill>
          <a:ln w="698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8" name="Shape 37">
            <a:extLst>
              <a:ext uri="{FF2B5EF4-FFF2-40B4-BE49-F238E27FC236}">
                <a16:creationId xmlns:a16="http://schemas.microsoft.com/office/drawing/2014/main" id="{0970D376-73D3-BC90-7AC0-362DA281CA9B}"/>
              </a:ext>
            </a:extLst>
          </p:cNvPr>
          <p:cNvSpPr/>
          <p:nvPr/>
        </p:nvSpPr>
        <p:spPr>
          <a:xfrm>
            <a:off x="3800282" y="4873355"/>
            <a:ext cx="2187568" cy="889767"/>
          </a:xfrm>
          <a:prstGeom prst="rect">
            <a:avLst/>
          </a:prstGeom>
          <a:solidFill>
            <a:srgbClr val="FFFFFF"/>
          </a:solidFill>
          <a:ln w="698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" name="Shape 38">
            <a:extLst>
              <a:ext uri="{FF2B5EF4-FFF2-40B4-BE49-F238E27FC236}">
                <a16:creationId xmlns:a16="http://schemas.microsoft.com/office/drawing/2014/main" id="{A185D7CC-3BE8-BB64-26D7-F9D925D0B89F}"/>
              </a:ext>
            </a:extLst>
          </p:cNvPr>
          <p:cNvSpPr/>
          <p:nvPr/>
        </p:nvSpPr>
        <p:spPr>
          <a:xfrm>
            <a:off x="5987851" y="4873355"/>
            <a:ext cx="3705704" cy="889767"/>
          </a:xfrm>
          <a:prstGeom prst="rect">
            <a:avLst/>
          </a:prstGeom>
          <a:solidFill>
            <a:srgbClr val="FFFFFF"/>
          </a:solidFill>
          <a:ln w="698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0" name="Shape 39">
            <a:extLst>
              <a:ext uri="{FF2B5EF4-FFF2-40B4-BE49-F238E27FC236}">
                <a16:creationId xmlns:a16="http://schemas.microsoft.com/office/drawing/2014/main" id="{139256BD-980B-736A-A568-305309D17182}"/>
              </a:ext>
            </a:extLst>
          </p:cNvPr>
          <p:cNvSpPr/>
          <p:nvPr/>
        </p:nvSpPr>
        <p:spPr>
          <a:xfrm>
            <a:off x="8175420" y="4873355"/>
            <a:ext cx="3705704" cy="889767"/>
          </a:xfrm>
          <a:prstGeom prst="rect">
            <a:avLst/>
          </a:prstGeom>
          <a:solidFill>
            <a:srgbClr val="FFFFFF"/>
          </a:solidFill>
          <a:ln w="698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1" name="Text 57">
            <a:extLst>
              <a:ext uri="{FF2B5EF4-FFF2-40B4-BE49-F238E27FC236}">
                <a16:creationId xmlns:a16="http://schemas.microsoft.com/office/drawing/2014/main" id="{9DB9DC7A-F73C-6B83-9675-F59A038D31E4}"/>
              </a:ext>
            </a:extLst>
          </p:cNvPr>
          <p:cNvSpPr/>
          <p:nvPr/>
        </p:nvSpPr>
        <p:spPr>
          <a:xfrm>
            <a:off x="1038748" y="2445934"/>
            <a:ext cx="465671" cy="3541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▥</a:t>
            </a:r>
            <a:endParaRPr lang="en-US" sz="1000"/>
          </a:p>
        </p:txBody>
      </p:sp>
      <p:sp>
        <p:nvSpPr>
          <p:cNvPr id="142" name="Text 58">
            <a:extLst>
              <a:ext uri="{FF2B5EF4-FFF2-40B4-BE49-F238E27FC236}">
                <a16:creationId xmlns:a16="http://schemas.microsoft.com/office/drawing/2014/main" id="{C31F56C3-E68E-4E75-4BE5-CA40F41D7651}"/>
              </a:ext>
            </a:extLst>
          </p:cNvPr>
          <p:cNvSpPr/>
          <p:nvPr/>
        </p:nvSpPr>
        <p:spPr>
          <a:xfrm>
            <a:off x="1270763" y="2307719"/>
            <a:ext cx="2576714" cy="27643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chemeClr val="accent3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Management-</a:t>
            </a:r>
            <a:r>
              <a:rPr lang="en-US" sz="1000" b="1" err="1">
                <a:solidFill>
                  <a:schemeClr val="accent3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Transparenz</a:t>
            </a:r>
            <a:r>
              <a:rPr lang="en-US" sz="1000" b="1">
                <a:solidFill>
                  <a:schemeClr val="accent3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b="1" err="1">
                <a:solidFill>
                  <a:schemeClr val="accent3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schaffen</a:t>
            </a:r>
            <a:endParaRPr lang="en-US" sz="100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43" name="Text 59">
            <a:extLst>
              <a:ext uri="{FF2B5EF4-FFF2-40B4-BE49-F238E27FC236}">
                <a16:creationId xmlns:a16="http://schemas.microsoft.com/office/drawing/2014/main" id="{7858738F-17DB-7F8D-6033-B8F8D506E506}"/>
              </a:ext>
            </a:extLst>
          </p:cNvPr>
          <p:cNvSpPr/>
          <p:nvPr/>
        </p:nvSpPr>
        <p:spPr>
          <a:xfrm>
            <a:off x="1264863" y="2618705"/>
            <a:ext cx="2383806" cy="4060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sz="1000" err="1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Einheitliche</a:t>
            </a:r>
            <a:r>
              <a:rPr lang="en-US" sz="1000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KPIs </a:t>
            </a:r>
            <a:r>
              <a:rPr lang="en-US" sz="1000" err="1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definieren</a:t>
            </a:r>
            <a:r>
              <a:rPr lang="en-US" sz="1000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Dashboard und Reporting </a:t>
            </a:r>
            <a:r>
              <a:rPr lang="en-US" sz="1000" err="1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etablieren</a:t>
            </a:r>
            <a:endParaRPr lang="en-US" sz="1000"/>
          </a:p>
        </p:txBody>
      </p:sp>
      <p:sp>
        <p:nvSpPr>
          <p:cNvPr id="144" name="Text 61">
            <a:extLst>
              <a:ext uri="{FF2B5EF4-FFF2-40B4-BE49-F238E27FC236}">
                <a16:creationId xmlns:a16="http://schemas.microsoft.com/office/drawing/2014/main" id="{16B61674-58C4-311A-6048-962BA8EB2F80}"/>
              </a:ext>
            </a:extLst>
          </p:cNvPr>
          <p:cNvSpPr/>
          <p:nvPr/>
        </p:nvSpPr>
        <p:spPr>
          <a:xfrm>
            <a:off x="621548" y="3371936"/>
            <a:ext cx="465671" cy="3541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000"/>
          </a:p>
        </p:txBody>
      </p:sp>
      <p:sp>
        <p:nvSpPr>
          <p:cNvPr id="145" name="Text 62">
            <a:extLst>
              <a:ext uri="{FF2B5EF4-FFF2-40B4-BE49-F238E27FC236}">
                <a16:creationId xmlns:a16="http://schemas.microsoft.com/office/drawing/2014/main" id="{785AF9D9-F202-E867-140C-00065B5A60A9}"/>
              </a:ext>
            </a:extLst>
          </p:cNvPr>
          <p:cNvSpPr/>
          <p:nvPr/>
        </p:nvSpPr>
        <p:spPr>
          <a:xfrm>
            <a:off x="1270763" y="3197483"/>
            <a:ext cx="2576712" cy="27643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</a:t>
            </a:r>
            <a:r>
              <a:rPr lang="en-US" sz="1000" b="1" err="1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Verantwortlichkeiten</a:t>
            </a:r>
            <a:r>
              <a:rPr lang="en-US" sz="1000" b="1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&amp; Governance </a:t>
            </a:r>
            <a:r>
              <a:rPr lang="en-US" sz="1000" b="1" err="1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klären</a:t>
            </a:r>
            <a:endParaRPr lang="en-US" sz="1000">
              <a:solidFill>
                <a:schemeClr val="accent1"/>
              </a:solidFill>
            </a:endParaRPr>
          </a:p>
        </p:txBody>
      </p:sp>
      <p:sp>
        <p:nvSpPr>
          <p:cNvPr id="146" name="Text 63">
            <a:extLst>
              <a:ext uri="{FF2B5EF4-FFF2-40B4-BE49-F238E27FC236}">
                <a16:creationId xmlns:a16="http://schemas.microsoft.com/office/drawing/2014/main" id="{840D76A5-B2E8-16B4-3AB7-7524DD2E6883}"/>
              </a:ext>
            </a:extLst>
          </p:cNvPr>
          <p:cNvSpPr/>
          <p:nvPr/>
        </p:nvSpPr>
        <p:spPr>
          <a:xfrm>
            <a:off x="1264863" y="3508470"/>
            <a:ext cx="2383806" cy="4060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sz="1000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Ownership, Governance- </a:t>
            </a:r>
            <a:r>
              <a:rPr lang="en-US" sz="1000" err="1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Struktur</a:t>
            </a:r>
            <a:r>
              <a:rPr lang="en-US" sz="1000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und </a:t>
            </a:r>
            <a:r>
              <a:rPr lang="en-US" sz="1000" err="1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Entscheidungsrechte</a:t>
            </a:r>
            <a:r>
              <a:rPr lang="en-US" sz="1000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festlegen</a:t>
            </a:r>
            <a:endParaRPr lang="en-US" sz="1000"/>
          </a:p>
        </p:txBody>
      </p:sp>
      <p:sp>
        <p:nvSpPr>
          <p:cNvPr id="147" name="Text 65">
            <a:extLst>
              <a:ext uri="{FF2B5EF4-FFF2-40B4-BE49-F238E27FC236}">
                <a16:creationId xmlns:a16="http://schemas.microsoft.com/office/drawing/2014/main" id="{78C501B5-1CC2-3943-5053-677F85E0D58F}"/>
              </a:ext>
            </a:extLst>
          </p:cNvPr>
          <p:cNvSpPr/>
          <p:nvPr/>
        </p:nvSpPr>
        <p:spPr>
          <a:xfrm>
            <a:off x="1038748" y="4225468"/>
            <a:ext cx="465671" cy="3541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</a:t>
            </a:r>
            <a:endParaRPr lang="en-US" sz="1000"/>
          </a:p>
        </p:txBody>
      </p:sp>
      <p:sp>
        <p:nvSpPr>
          <p:cNvPr id="148" name="Text 66">
            <a:extLst>
              <a:ext uri="{FF2B5EF4-FFF2-40B4-BE49-F238E27FC236}">
                <a16:creationId xmlns:a16="http://schemas.microsoft.com/office/drawing/2014/main" id="{5C7CA65F-52A0-E8A7-A2E7-A3344DE825CA}"/>
              </a:ext>
            </a:extLst>
          </p:cNvPr>
          <p:cNvSpPr/>
          <p:nvPr/>
        </p:nvSpPr>
        <p:spPr>
          <a:xfrm>
            <a:off x="1270763" y="4087251"/>
            <a:ext cx="2356246" cy="27643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chemeClr val="accent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</a:t>
            </a:r>
            <a:r>
              <a:rPr lang="en-US" sz="1000" b="1" err="1">
                <a:solidFill>
                  <a:schemeClr val="accent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Kritische</a:t>
            </a:r>
            <a:r>
              <a:rPr lang="en-US" sz="1000" b="1">
                <a:solidFill>
                  <a:schemeClr val="accent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b="1" err="1">
                <a:solidFill>
                  <a:schemeClr val="accent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Transparenzlücken</a:t>
            </a:r>
            <a:r>
              <a:rPr lang="en-US" sz="1000" b="1">
                <a:solidFill>
                  <a:schemeClr val="accent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b="1" err="1">
                <a:solidFill>
                  <a:schemeClr val="accent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sichtbar</a:t>
            </a:r>
            <a:r>
              <a:rPr lang="en-US" sz="1000" b="1">
                <a:solidFill>
                  <a:schemeClr val="accent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b="1" err="1">
                <a:solidFill>
                  <a:schemeClr val="accent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machen</a:t>
            </a:r>
            <a:endParaRPr lang="en-US" sz="1000">
              <a:solidFill>
                <a:schemeClr val="accent6"/>
              </a:solidFill>
            </a:endParaRPr>
          </a:p>
        </p:txBody>
      </p:sp>
      <p:sp>
        <p:nvSpPr>
          <p:cNvPr id="149" name="Text 67">
            <a:extLst>
              <a:ext uri="{FF2B5EF4-FFF2-40B4-BE49-F238E27FC236}">
                <a16:creationId xmlns:a16="http://schemas.microsoft.com/office/drawing/2014/main" id="{ABDE386D-4276-03D5-155B-ABDD404F3071}"/>
              </a:ext>
            </a:extLst>
          </p:cNvPr>
          <p:cNvSpPr/>
          <p:nvPr/>
        </p:nvSpPr>
        <p:spPr>
          <a:xfrm>
            <a:off x="1264863" y="4398237"/>
            <a:ext cx="2383806" cy="4060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sz="1000" err="1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Prozesse</a:t>
            </a:r>
            <a:r>
              <a:rPr lang="en-US" sz="1000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Systeme, </a:t>
            </a:r>
            <a:r>
              <a:rPr lang="en-US" sz="1000" err="1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Daten</a:t>
            </a:r>
            <a:r>
              <a:rPr lang="en-US" sz="1000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und </a:t>
            </a:r>
            <a:r>
              <a:rPr lang="en-US" sz="1000" err="1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Kontrolllücken</a:t>
            </a:r>
            <a:r>
              <a:rPr lang="en-US" sz="1000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analysieren</a:t>
            </a:r>
            <a:r>
              <a:rPr lang="en-US" sz="1000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und </a:t>
            </a:r>
            <a:r>
              <a:rPr lang="en-US" sz="1000" err="1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priorisieren</a:t>
            </a:r>
            <a:endParaRPr lang="en-US" sz="1000"/>
          </a:p>
        </p:txBody>
      </p:sp>
      <p:sp>
        <p:nvSpPr>
          <p:cNvPr id="150" name="Text 69">
            <a:extLst>
              <a:ext uri="{FF2B5EF4-FFF2-40B4-BE49-F238E27FC236}">
                <a16:creationId xmlns:a16="http://schemas.microsoft.com/office/drawing/2014/main" id="{EE4ABEC1-1E20-FA72-DBD9-20743003E900}"/>
              </a:ext>
            </a:extLst>
          </p:cNvPr>
          <p:cNvSpPr/>
          <p:nvPr/>
        </p:nvSpPr>
        <p:spPr>
          <a:xfrm>
            <a:off x="606948" y="5115232"/>
            <a:ext cx="465671" cy="3541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☑</a:t>
            </a:r>
            <a:endParaRPr lang="en-US" sz="1000"/>
          </a:p>
        </p:txBody>
      </p:sp>
      <p:sp>
        <p:nvSpPr>
          <p:cNvPr id="151" name="Text 70">
            <a:extLst>
              <a:ext uri="{FF2B5EF4-FFF2-40B4-BE49-F238E27FC236}">
                <a16:creationId xmlns:a16="http://schemas.microsoft.com/office/drawing/2014/main" id="{85F2507B-4821-09D6-F545-4454681ACF32}"/>
              </a:ext>
            </a:extLst>
          </p:cNvPr>
          <p:cNvSpPr/>
          <p:nvPr/>
        </p:nvSpPr>
        <p:spPr>
          <a:xfrm>
            <a:off x="1270763" y="4977017"/>
            <a:ext cx="2356246" cy="27643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sz="1000" b="1">
                <a:latin typeface="Aptos" pitchFamily="34" charset="0"/>
                <a:ea typeface="Aptos" pitchFamily="34" charset="-122"/>
                <a:cs typeface="Aptos" pitchFamily="34" charset="-120"/>
              </a:rPr>
              <a:t>4. </a:t>
            </a:r>
            <a:r>
              <a:rPr lang="en-US" sz="1000" b="1" err="1">
                <a:latin typeface="Aptos" pitchFamily="34" charset="0"/>
                <a:ea typeface="Aptos" pitchFamily="34" charset="-122"/>
                <a:cs typeface="Aptos" pitchFamily="34" charset="-120"/>
              </a:rPr>
              <a:t>Maßnahmen</a:t>
            </a:r>
            <a:r>
              <a:rPr lang="en-US" sz="1000" b="1">
                <a:latin typeface="Aptos" pitchFamily="34" charset="0"/>
                <a:ea typeface="Aptos" pitchFamily="34" charset="-122"/>
                <a:cs typeface="Aptos" pitchFamily="34" charset="-120"/>
              </a:rPr>
              <a:t>- &amp; </a:t>
            </a:r>
            <a:r>
              <a:rPr lang="en-US" sz="1000" b="1" err="1">
                <a:latin typeface="Aptos" pitchFamily="34" charset="0"/>
                <a:ea typeface="Aptos" pitchFamily="34" charset="-122"/>
                <a:cs typeface="Aptos" pitchFamily="34" charset="-120"/>
              </a:rPr>
              <a:t>Entscheidungsregister</a:t>
            </a:r>
            <a:r>
              <a:rPr lang="en-US" sz="1000" b="1"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b="1" err="1">
                <a:latin typeface="Aptos" pitchFamily="34" charset="0"/>
                <a:ea typeface="Aptos" pitchFamily="34" charset="-122"/>
                <a:cs typeface="Aptos" pitchFamily="34" charset="-120"/>
              </a:rPr>
              <a:t>etablieren</a:t>
            </a:r>
            <a:endParaRPr lang="en-US" sz="1000"/>
          </a:p>
        </p:txBody>
      </p:sp>
      <p:sp>
        <p:nvSpPr>
          <p:cNvPr id="152" name="Text 71">
            <a:extLst>
              <a:ext uri="{FF2B5EF4-FFF2-40B4-BE49-F238E27FC236}">
                <a16:creationId xmlns:a16="http://schemas.microsoft.com/office/drawing/2014/main" id="{5AA14BB6-0694-0055-3E38-AB05FE9357FA}"/>
              </a:ext>
            </a:extLst>
          </p:cNvPr>
          <p:cNvSpPr/>
          <p:nvPr/>
        </p:nvSpPr>
        <p:spPr>
          <a:xfrm>
            <a:off x="1264863" y="5288004"/>
            <a:ext cx="2383806" cy="4060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 </a:t>
            </a:r>
            <a:r>
              <a:rPr lang="en-US" sz="1000" err="1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</a:t>
            </a:r>
            <a:r>
              <a:rPr lang="en-US" sz="1000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steuerbar</a:t>
            </a:r>
            <a:r>
              <a:rPr lang="en-US" sz="1000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06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machen</a:t>
            </a:r>
            <a:endParaRPr lang="en-US" sz="1000"/>
          </a:p>
        </p:txBody>
      </p:sp>
      <p:sp>
        <p:nvSpPr>
          <p:cNvPr id="153" name="Text 73">
            <a:extLst>
              <a:ext uri="{FF2B5EF4-FFF2-40B4-BE49-F238E27FC236}">
                <a16:creationId xmlns:a16="http://schemas.microsoft.com/office/drawing/2014/main" id="{43A47D23-149E-490F-27CA-4AF9F33C0DA2}"/>
              </a:ext>
            </a:extLst>
          </p:cNvPr>
          <p:cNvSpPr/>
          <p:nvPr/>
        </p:nvSpPr>
        <p:spPr>
          <a:xfrm>
            <a:off x="1038748" y="6004999"/>
            <a:ext cx="465671" cy="3541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lang="en-US" sz="1000"/>
          </a:p>
        </p:txBody>
      </p:sp>
      <p:sp>
        <p:nvSpPr>
          <p:cNvPr id="154" name="Shape 76">
            <a:extLst>
              <a:ext uri="{FF2B5EF4-FFF2-40B4-BE49-F238E27FC236}">
                <a16:creationId xmlns:a16="http://schemas.microsoft.com/office/drawing/2014/main" id="{DD62AE86-5525-6996-41EA-0513693350FF}"/>
              </a:ext>
            </a:extLst>
          </p:cNvPr>
          <p:cNvSpPr/>
          <p:nvPr/>
        </p:nvSpPr>
        <p:spPr>
          <a:xfrm>
            <a:off x="3897748" y="2471850"/>
            <a:ext cx="2520000" cy="414649"/>
          </a:xfrm>
          <a:prstGeom prst="chevron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BBD6F5">
                <a:alpha val="0"/>
              </a:srgbClr>
            </a:solidFill>
            <a:prstDash val="solid"/>
          </a:ln>
        </p:spPr>
        <p:txBody>
          <a:bodyPr anchor="ctr"/>
          <a:lstStyle/>
          <a:p>
            <a:endParaRPr lang="de-DE" sz="1000"/>
          </a:p>
        </p:txBody>
      </p:sp>
      <p:sp>
        <p:nvSpPr>
          <p:cNvPr id="155" name="Text 77">
            <a:extLst>
              <a:ext uri="{FF2B5EF4-FFF2-40B4-BE49-F238E27FC236}">
                <a16:creationId xmlns:a16="http://schemas.microsoft.com/office/drawing/2014/main" id="{F8E56D30-152A-6556-1CF9-D75E1F7E81F3}"/>
              </a:ext>
            </a:extLst>
          </p:cNvPr>
          <p:cNvSpPr/>
          <p:nvPr/>
        </p:nvSpPr>
        <p:spPr>
          <a:xfrm>
            <a:off x="3951896" y="2484807"/>
            <a:ext cx="3137008" cy="3887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00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KPI-Workshop </a:t>
            </a:r>
            <a:r>
              <a:rPr lang="en-US" sz="1000" err="1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durchführen</a:t>
            </a:r>
            <a:r>
              <a:rPr lang="en-US" sz="100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</a:t>
            </a:r>
            <a:endParaRPr lang="en-US" sz="100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00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Top-KPIs </a:t>
            </a:r>
            <a:r>
              <a:rPr lang="en-US" sz="1000" err="1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definieren</a:t>
            </a:r>
            <a:r>
              <a:rPr lang="en-US" sz="100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56" name="Shape 78">
            <a:extLst>
              <a:ext uri="{FF2B5EF4-FFF2-40B4-BE49-F238E27FC236}">
                <a16:creationId xmlns:a16="http://schemas.microsoft.com/office/drawing/2014/main" id="{77BCEC26-34F4-D618-DC0B-5286EA20364D}"/>
              </a:ext>
            </a:extLst>
          </p:cNvPr>
          <p:cNvSpPr/>
          <p:nvPr/>
        </p:nvSpPr>
        <p:spPr>
          <a:xfrm>
            <a:off x="6547390" y="2471850"/>
            <a:ext cx="2520000" cy="414649"/>
          </a:xfrm>
          <a:prstGeom prst="chevron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BBD6F5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de-DE" sz="1000">
                <a:solidFill>
                  <a:schemeClr val="bg1"/>
                </a:solidFill>
              </a:rPr>
              <a:t>Erstes Management- Dashboard etablieren </a:t>
            </a:r>
          </a:p>
        </p:txBody>
      </p:sp>
      <p:sp>
        <p:nvSpPr>
          <p:cNvPr id="160" name="Shape 86">
            <a:extLst>
              <a:ext uri="{FF2B5EF4-FFF2-40B4-BE49-F238E27FC236}">
                <a16:creationId xmlns:a16="http://schemas.microsoft.com/office/drawing/2014/main" id="{D947AE1F-2CEC-E0E6-C933-0B20C7E73E8B}"/>
              </a:ext>
            </a:extLst>
          </p:cNvPr>
          <p:cNvSpPr/>
          <p:nvPr/>
        </p:nvSpPr>
        <p:spPr>
          <a:xfrm>
            <a:off x="3897748" y="3388127"/>
            <a:ext cx="2520000" cy="414649"/>
          </a:xfrm>
          <a:prstGeom prst="chevron">
            <a:avLst/>
          </a:prstGeom>
          <a:solidFill>
            <a:schemeClr val="accent1"/>
          </a:solidFill>
          <a:ln w="12700">
            <a:solidFill>
              <a:srgbClr val="B9DEE1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de-DE" sz="1000">
                <a:solidFill>
                  <a:schemeClr val="bg1"/>
                </a:solidFill>
              </a:rPr>
              <a:t>Process- &amp; Data</a:t>
            </a:r>
          </a:p>
          <a:p>
            <a:r>
              <a:rPr lang="de-DE" sz="1000">
                <a:solidFill>
                  <a:schemeClr val="bg1"/>
                </a:solidFill>
              </a:rPr>
              <a:t>Owner benennen</a:t>
            </a:r>
          </a:p>
        </p:txBody>
      </p:sp>
      <p:sp>
        <p:nvSpPr>
          <p:cNvPr id="162" name="Shape 88">
            <a:extLst>
              <a:ext uri="{FF2B5EF4-FFF2-40B4-BE49-F238E27FC236}">
                <a16:creationId xmlns:a16="http://schemas.microsoft.com/office/drawing/2014/main" id="{AD6A452A-B0C1-DB0C-FD42-1FE4EA4F5E3E}"/>
              </a:ext>
            </a:extLst>
          </p:cNvPr>
          <p:cNvSpPr/>
          <p:nvPr/>
        </p:nvSpPr>
        <p:spPr>
          <a:xfrm>
            <a:off x="6547390" y="3388127"/>
            <a:ext cx="2520000" cy="414649"/>
          </a:xfrm>
          <a:prstGeom prst="chevron">
            <a:avLst/>
          </a:prstGeom>
          <a:solidFill>
            <a:schemeClr val="accent1"/>
          </a:solidFill>
          <a:ln w="12700">
            <a:solidFill>
              <a:srgbClr val="B9DEE1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de-DE" sz="1000" err="1">
                <a:solidFill>
                  <a:schemeClr val="bg1"/>
                </a:solidFill>
              </a:rPr>
              <a:t>Governance</a:t>
            </a:r>
            <a:r>
              <a:rPr lang="de-DE" sz="1000">
                <a:solidFill>
                  <a:schemeClr val="bg1"/>
                </a:solidFill>
              </a:rPr>
              <a:t>-Modell</a:t>
            </a:r>
          </a:p>
          <a:p>
            <a:r>
              <a:rPr lang="de-DE" sz="1000">
                <a:solidFill>
                  <a:schemeClr val="bg1"/>
                </a:solidFill>
              </a:rPr>
              <a:t>und RACI verabschieden</a:t>
            </a:r>
          </a:p>
        </p:txBody>
      </p:sp>
      <p:sp>
        <p:nvSpPr>
          <p:cNvPr id="166" name="Shape 96">
            <a:extLst>
              <a:ext uri="{FF2B5EF4-FFF2-40B4-BE49-F238E27FC236}">
                <a16:creationId xmlns:a16="http://schemas.microsoft.com/office/drawing/2014/main" id="{F5B7DE2C-29AB-8157-4910-1E3E92D7A1B0}"/>
              </a:ext>
            </a:extLst>
          </p:cNvPr>
          <p:cNvSpPr/>
          <p:nvPr/>
        </p:nvSpPr>
        <p:spPr>
          <a:xfrm>
            <a:off x="3904544" y="4244316"/>
            <a:ext cx="2520000" cy="414649"/>
          </a:xfrm>
          <a:prstGeom prst="chevron">
            <a:avLst/>
          </a:prstGeom>
          <a:solidFill>
            <a:schemeClr val="accent6"/>
          </a:solidFill>
          <a:ln w="12700">
            <a:solidFill>
              <a:srgbClr val="D2C3EA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de-DE" sz="1050">
                <a:solidFill>
                  <a:schemeClr val="bg1"/>
                </a:solidFill>
              </a:rPr>
              <a:t>Prozesse, Systeme und</a:t>
            </a:r>
          </a:p>
          <a:p>
            <a:r>
              <a:rPr lang="de-DE" sz="1050">
                <a:solidFill>
                  <a:schemeClr val="bg1"/>
                </a:solidFill>
              </a:rPr>
              <a:t>Datenquellen analysieren</a:t>
            </a:r>
          </a:p>
        </p:txBody>
      </p:sp>
      <p:sp>
        <p:nvSpPr>
          <p:cNvPr id="167" name="Text 97">
            <a:extLst>
              <a:ext uri="{FF2B5EF4-FFF2-40B4-BE49-F238E27FC236}">
                <a16:creationId xmlns:a16="http://schemas.microsoft.com/office/drawing/2014/main" id="{0949FB7F-8D9B-515A-D791-02E4091C4E69}"/>
              </a:ext>
            </a:extLst>
          </p:cNvPr>
          <p:cNvSpPr/>
          <p:nvPr/>
        </p:nvSpPr>
        <p:spPr>
          <a:xfrm>
            <a:off x="3973278" y="4563487"/>
            <a:ext cx="2232010" cy="3887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000"/>
          </a:p>
        </p:txBody>
      </p:sp>
      <p:sp>
        <p:nvSpPr>
          <p:cNvPr id="168" name="Shape 98">
            <a:extLst>
              <a:ext uri="{FF2B5EF4-FFF2-40B4-BE49-F238E27FC236}">
                <a16:creationId xmlns:a16="http://schemas.microsoft.com/office/drawing/2014/main" id="{006540EA-81D7-789D-0F69-3B454653E588}"/>
              </a:ext>
            </a:extLst>
          </p:cNvPr>
          <p:cNvSpPr/>
          <p:nvPr/>
        </p:nvSpPr>
        <p:spPr>
          <a:xfrm>
            <a:off x="6549458" y="4244316"/>
            <a:ext cx="2520000" cy="414649"/>
          </a:xfrm>
          <a:prstGeom prst="chevron">
            <a:avLst/>
          </a:prstGeom>
          <a:solidFill>
            <a:schemeClr val="accent6"/>
          </a:solidFill>
          <a:ln w="12700">
            <a:solidFill>
              <a:srgbClr val="D2C3EA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de-DE" sz="1000">
                <a:solidFill>
                  <a:schemeClr val="bg1"/>
                </a:solidFill>
              </a:rPr>
              <a:t>Medienbrüche und</a:t>
            </a:r>
          </a:p>
          <a:p>
            <a:r>
              <a:rPr lang="de-DE" sz="1000">
                <a:solidFill>
                  <a:schemeClr val="bg1"/>
                </a:solidFill>
              </a:rPr>
              <a:t>Datenlücken dokumentieren</a:t>
            </a:r>
          </a:p>
        </p:txBody>
      </p:sp>
      <p:sp>
        <p:nvSpPr>
          <p:cNvPr id="169" name="Text 99">
            <a:extLst>
              <a:ext uri="{FF2B5EF4-FFF2-40B4-BE49-F238E27FC236}">
                <a16:creationId xmlns:a16="http://schemas.microsoft.com/office/drawing/2014/main" id="{370F12E2-06F0-7D6D-0821-03B9EAC9FA74}"/>
              </a:ext>
            </a:extLst>
          </p:cNvPr>
          <p:cNvSpPr/>
          <p:nvPr/>
        </p:nvSpPr>
        <p:spPr>
          <a:xfrm>
            <a:off x="6301698" y="4777215"/>
            <a:ext cx="3137008" cy="3887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710"/>
          </a:p>
        </p:txBody>
      </p:sp>
      <p:sp>
        <p:nvSpPr>
          <p:cNvPr id="170" name="Shape 100">
            <a:extLst>
              <a:ext uri="{FF2B5EF4-FFF2-40B4-BE49-F238E27FC236}">
                <a16:creationId xmlns:a16="http://schemas.microsoft.com/office/drawing/2014/main" id="{F0794B03-1E72-58ED-28EA-E90A6E3FA0C7}"/>
              </a:ext>
            </a:extLst>
          </p:cNvPr>
          <p:cNvSpPr/>
          <p:nvPr/>
        </p:nvSpPr>
        <p:spPr>
          <a:xfrm>
            <a:off x="9194372" y="4244316"/>
            <a:ext cx="2520000" cy="414649"/>
          </a:xfrm>
          <a:prstGeom prst="chevron">
            <a:avLst/>
          </a:prstGeom>
          <a:solidFill>
            <a:schemeClr val="accent6"/>
          </a:solidFill>
          <a:ln w="12700">
            <a:solidFill>
              <a:srgbClr val="D2C3EA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de-DE" sz="1000">
                <a:solidFill>
                  <a:schemeClr val="bg1"/>
                </a:solidFill>
              </a:rPr>
              <a:t>Quick </a:t>
            </a:r>
            <a:r>
              <a:rPr lang="de-DE" sz="1000" err="1">
                <a:solidFill>
                  <a:schemeClr val="bg1"/>
                </a:solidFill>
              </a:rPr>
              <a:t>wins</a:t>
            </a:r>
            <a:r>
              <a:rPr lang="de-DE" sz="1000">
                <a:solidFill>
                  <a:schemeClr val="bg1"/>
                </a:solidFill>
              </a:rPr>
              <a:t> priorisieren</a:t>
            </a:r>
          </a:p>
        </p:txBody>
      </p:sp>
      <p:sp>
        <p:nvSpPr>
          <p:cNvPr id="172" name="Shape 106">
            <a:extLst>
              <a:ext uri="{FF2B5EF4-FFF2-40B4-BE49-F238E27FC236}">
                <a16:creationId xmlns:a16="http://schemas.microsoft.com/office/drawing/2014/main" id="{B5AA070B-2D07-4AA4-1DDC-B827364719CC}"/>
              </a:ext>
            </a:extLst>
          </p:cNvPr>
          <p:cNvSpPr/>
          <p:nvPr/>
        </p:nvSpPr>
        <p:spPr>
          <a:xfrm>
            <a:off x="3904544" y="5142705"/>
            <a:ext cx="2520000" cy="414649"/>
          </a:xfrm>
          <a:prstGeom prst="chevron">
            <a:avLst/>
          </a:prstGeom>
          <a:solidFill>
            <a:schemeClr val="tx1"/>
          </a:solidFill>
          <a:ln w="12700">
            <a:solidFill>
              <a:srgbClr val="FFD5B0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de-DE" sz="1000">
                <a:solidFill>
                  <a:schemeClr val="bg1"/>
                </a:solidFill>
              </a:rPr>
              <a:t>Backlog aufsetzen</a:t>
            </a:r>
          </a:p>
        </p:txBody>
      </p:sp>
      <p:sp>
        <p:nvSpPr>
          <p:cNvPr id="174" name="Shape 108">
            <a:extLst>
              <a:ext uri="{FF2B5EF4-FFF2-40B4-BE49-F238E27FC236}">
                <a16:creationId xmlns:a16="http://schemas.microsoft.com/office/drawing/2014/main" id="{93604C29-5E3D-E9B4-7BF8-659C2854EF9E}"/>
              </a:ext>
            </a:extLst>
          </p:cNvPr>
          <p:cNvSpPr/>
          <p:nvPr/>
        </p:nvSpPr>
        <p:spPr>
          <a:xfrm>
            <a:off x="6547390" y="5142705"/>
            <a:ext cx="2520000" cy="414649"/>
          </a:xfrm>
          <a:prstGeom prst="chevron">
            <a:avLst/>
          </a:prstGeom>
          <a:solidFill>
            <a:schemeClr val="tx1"/>
          </a:solidFill>
          <a:ln w="12700">
            <a:solidFill>
              <a:srgbClr val="FFD5B0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de-DE" sz="1000">
                <a:solidFill>
                  <a:schemeClr val="bg1"/>
                </a:solidFill>
              </a:rPr>
              <a:t>Maßnahmen priorisieren und Owner zuweisen</a:t>
            </a:r>
          </a:p>
        </p:txBody>
      </p:sp>
      <p:sp>
        <p:nvSpPr>
          <p:cNvPr id="176" name="Shape 110">
            <a:extLst>
              <a:ext uri="{FF2B5EF4-FFF2-40B4-BE49-F238E27FC236}">
                <a16:creationId xmlns:a16="http://schemas.microsoft.com/office/drawing/2014/main" id="{0F31C0D2-C454-CA28-10F0-EEBF511E4DD9}"/>
              </a:ext>
            </a:extLst>
          </p:cNvPr>
          <p:cNvSpPr/>
          <p:nvPr/>
        </p:nvSpPr>
        <p:spPr>
          <a:xfrm>
            <a:off x="9187576" y="5142705"/>
            <a:ext cx="2520000" cy="414649"/>
          </a:xfrm>
          <a:prstGeom prst="chevron">
            <a:avLst/>
          </a:prstGeom>
          <a:solidFill>
            <a:schemeClr val="tx1"/>
          </a:solidFill>
          <a:ln w="12700">
            <a:solidFill>
              <a:srgbClr val="FFD5B0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de-DE" sz="1000">
                <a:solidFill>
                  <a:schemeClr val="bg1"/>
                </a:solidFill>
              </a:rPr>
              <a:t>Status-Tracking etablieren</a:t>
            </a:r>
          </a:p>
        </p:txBody>
      </p:sp>
      <p:pic>
        <p:nvPicPr>
          <p:cNvPr id="191" name="Grafik 190" descr="Präsentation mit Balkendiagramm Silhouette">
            <a:extLst>
              <a:ext uri="{FF2B5EF4-FFF2-40B4-BE49-F238E27FC236}">
                <a16:creationId xmlns:a16="http://schemas.microsoft.com/office/drawing/2014/main" id="{5150C927-875D-F4FE-96D8-36FFAAF643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08" y="2490706"/>
            <a:ext cx="385150" cy="385150"/>
          </a:xfrm>
          <a:prstGeom prst="rect">
            <a:avLst/>
          </a:prstGeom>
        </p:spPr>
      </p:pic>
      <p:pic>
        <p:nvPicPr>
          <p:cNvPr id="192" name="Grafik 191" descr="Management mit einfarbiger Füllung">
            <a:extLst>
              <a:ext uri="{FF2B5EF4-FFF2-40B4-BE49-F238E27FC236}">
                <a16:creationId xmlns:a16="http://schemas.microsoft.com/office/drawing/2014/main" id="{81B248FA-C55D-DDAF-8B50-F64E54EA8C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031" y="3373589"/>
            <a:ext cx="385150" cy="385150"/>
          </a:xfrm>
          <a:prstGeom prst="rect">
            <a:avLst/>
          </a:prstGeom>
        </p:spPr>
      </p:pic>
      <p:pic>
        <p:nvPicPr>
          <p:cNvPr id="193" name="Grafik 192" descr="Lupe Silhouette">
            <a:extLst>
              <a:ext uri="{FF2B5EF4-FFF2-40B4-BE49-F238E27FC236}">
                <a16:creationId xmlns:a16="http://schemas.microsoft.com/office/drawing/2014/main" id="{1EC47FFE-2B8A-BDA9-CD44-62F713F442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808" y="4222195"/>
            <a:ext cx="385150" cy="385150"/>
          </a:xfrm>
          <a:prstGeom prst="rect">
            <a:avLst/>
          </a:prstGeom>
        </p:spPr>
      </p:pic>
      <p:pic>
        <p:nvPicPr>
          <p:cNvPr id="194" name="Grafik 193" descr="Klemmbrett Silhouette">
            <a:extLst>
              <a:ext uri="{FF2B5EF4-FFF2-40B4-BE49-F238E27FC236}">
                <a16:creationId xmlns:a16="http://schemas.microsoft.com/office/drawing/2014/main" id="{234BE61A-21DE-699A-B1EB-115A2E042F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808" y="5103424"/>
            <a:ext cx="385150" cy="385150"/>
          </a:xfrm>
          <a:prstGeom prst="rect">
            <a:avLst/>
          </a:prstGeom>
        </p:spPr>
      </p:pic>
      <p:cxnSp>
        <p:nvCxnSpPr>
          <p:cNvPr id="199" name="Gerader Verbinder 198">
            <a:extLst>
              <a:ext uri="{FF2B5EF4-FFF2-40B4-BE49-F238E27FC236}">
                <a16:creationId xmlns:a16="http://schemas.microsoft.com/office/drawing/2014/main" id="{FB311182-D376-E042-74CE-1AE80DE0042B}"/>
              </a:ext>
            </a:extLst>
          </p:cNvPr>
          <p:cNvCxnSpPr/>
          <p:nvPr/>
        </p:nvCxnSpPr>
        <p:spPr>
          <a:xfrm>
            <a:off x="3800282" y="1970314"/>
            <a:ext cx="0" cy="397372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Gerader Verbinder 199">
            <a:extLst>
              <a:ext uri="{FF2B5EF4-FFF2-40B4-BE49-F238E27FC236}">
                <a16:creationId xmlns:a16="http://schemas.microsoft.com/office/drawing/2014/main" id="{BC921429-2CD6-D1B0-F629-1AF92C174402}"/>
              </a:ext>
            </a:extLst>
          </p:cNvPr>
          <p:cNvCxnSpPr>
            <a:cxnSpLocks/>
          </p:cNvCxnSpPr>
          <p:nvPr/>
        </p:nvCxnSpPr>
        <p:spPr>
          <a:xfrm>
            <a:off x="6007357" y="1970313"/>
            <a:ext cx="0" cy="397372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Gerader Verbinder 200">
            <a:extLst>
              <a:ext uri="{FF2B5EF4-FFF2-40B4-BE49-F238E27FC236}">
                <a16:creationId xmlns:a16="http://schemas.microsoft.com/office/drawing/2014/main" id="{745F47B9-56A6-54F5-4A30-C1F97E319629}"/>
              </a:ext>
            </a:extLst>
          </p:cNvPr>
          <p:cNvCxnSpPr>
            <a:cxnSpLocks/>
          </p:cNvCxnSpPr>
          <p:nvPr/>
        </p:nvCxnSpPr>
        <p:spPr>
          <a:xfrm>
            <a:off x="8175418" y="2004868"/>
            <a:ext cx="0" cy="397372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19D03796-07C4-A4D9-4E64-069BDB433E7E}"/>
              </a:ext>
            </a:extLst>
          </p:cNvPr>
          <p:cNvGrpSpPr/>
          <p:nvPr/>
        </p:nvGrpSpPr>
        <p:grpSpPr>
          <a:xfrm>
            <a:off x="4319606" y="5778496"/>
            <a:ext cx="5843269" cy="310986"/>
            <a:chOff x="3628724" y="5768874"/>
            <a:chExt cx="7618395" cy="310986"/>
          </a:xfrm>
        </p:grpSpPr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A4A8ADFB-55B8-6AE2-84F2-8DC79840720C}"/>
                </a:ext>
              </a:extLst>
            </p:cNvPr>
            <p:cNvCxnSpPr/>
            <p:nvPr/>
          </p:nvCxnSpPr>
          <p:spPr>
            <a:xfrm>
              <a:off x="3628724" y="5949950"/>
              <a:ext cx="7618395" cy="0"/>
            </a:xfrm>
            <a:prstGeom prst="straightConnector1">
              <a:avLst/>
            </a:prstGeom>
            <a:ln w="25400">
              <a:solidFill>
                <a:schemeClr val="accent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71C22311-94BC-73B6-8B42-A5B4B9511F1B}"/>
                </a:ext>
              </a:extLst>
            </p:cNvPr>
            <p:cNvSpPr/>
            <p:nvPr/>
          </p:nvSpPr>
          <p:spPr>
            <a:xfrm>
              <a:off x="6138501" y="5768874"/>
              <a:ext cx="2613209" cy="310986"/>
            </a:xfrm>
            <a:custGeom>
              <a:avLst/>
              <a:gdLst>
                <a:gd name="csX0" fmla="*/ 0 w 2613209"/>
                <a:gd name="csY0" fmla="*/ 0 h 310986"/>
                <a:gd name="csX1" fmla="*/ 627170 w 2613209"/>
                <a:gd name="csY1" fmla="*/ 0 h 310986"/>
                <a:gd name="csX2" fmla="*/ 1280472 w 2613209"/>
                <a:gd name="csY2" fmla="*/ 0 h 310986"/>
                <a:gd name="csX3" fmla="*/ 1933775 w 2613209"/>
                <a:gd name="csY3" fmla="*/ 0 h 310986"/>
                <a:gd name="csX4" fmla="*/ 2613209 w 2613209"/>
                <a:gd name="csY4" fmla="*/ 0 h 310986"/>
                <a:gd name="csX5" fmla="*/ 2613209 w 2613209"/>
                <a:gd name="csY5" fmla="*/ 310986 h 310986"/>
                <a:gd name="csX6" fmla="*/ 1959907 w 2613209"/>
                <a:gd name="csY6" fmla="*/ 310986 h 310986"/>
                <a:gd name="csX7" fmla="*/ 1358869 w 2613209"/>
                <a:gd name="csY7" fmla="*/ 310986 h 310986"/>
                <a:gd name="csX8" fmla="*/ 757831 w 2613209"/>
                <a:gd name="csY8" fmla="*/ 310986 h 310986"/>
                <a:gd name="csX9" fmla="*/ 0 w 2613209"/>
                <a:gd name="csY9" fmla="*/ 310986 h 310986"/>
                <a:gd name="csX10" fmla="*/ 0 w 2613209"/>
                <a:gd name="csY10" fmla="*/ 0 h 310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613209" h="310986" fill="none" extrusionOk="0">
                  <a:moveTo>
                    <a:pt x="0" y="0"/>
                  </a:moveTo>
                  <a:cubicBezTo>
                    <a:pt x="310240" y="29319"/>
                    <a:pt x="467515" y="30181"/>
                    <a:pt x="627170" y="0"/>
                  </a:cubicBezTo>
                  <a:cubicBezTo>
                    <a:pt x="786825" y="-30181"/>
                    <a:pt x="1117799" y="14844"/>
                    <a:pt x="1280472" y="0"/>
                  </a:cubicBezTo>
                  <a:cubicBezTo>
                    <a:pt x="1443145" y="-14844"/>
                    <a:pt x="1647204" y="-18606"/>
                    <a:pt x="1933775" y="0"/>
                  </a:cubicBezTo>
                  <a:cubicBezTo>
                    <a:pt x="2220346" y="18606"/>
                    <a:pt x="2384080" y="6132"/>
                    <a:pt x="2613209" y="0"/>
                  </a:cubicBezTo>
                  <a:cubicBezTo>
                    <a:pt x="2618046" y="68897"/>
                    <a:pt x="2601040" y="236967"/>
                    <a:pt x="2613209" y="310986"/>
                  </a:cubicBezTo>
                  <a:cubicBezTo>
                    <a:pt x="2463488" y="295723"/>
                    <a:pt x="2125226" y="320844"/>
                    <a:pt x="1959907" y="310986"/>
                  </a:cubicBezTo>
                  <a:cubicBezTo>
                    <a:pt x="1794588" y="301128"/>
                    <a:pt x="1535495" y="299167"/>
                    <a:pt x="1358869" y="310986"/>
                  </a:cubicBezTo>
                  <a:cubicBezTo>
                    <a:pt x="1182243" y="322805"/>
                    <a:pt x="996953" y="318393"/>
                    <a:pt x="757831" y="310986"/>
                  </a:cubicBezTo>
                  <a:cubicBezTo>
                    <a:pt x="518709" y="303579"/>
                    <a:pt x="214949" y="303880"/>
                    <a:pt x="0" y="310986"/>
                  </a:cubicBezTo>
                  <a:cubicBezTo>
                    <a:pt x="-14054" y="204326"/>
                    <a:pt x="10090" y="141710"/>
                    <a:pt x="0" y="0"/>
                  </a:cubicBezTo>
                  <a:close/>
                </a:path>
                <a:path w="2613209" h="310986" stroke="0" extrusionOk="0">
                  <a:moveTo>
                    <a:pt x="0" y="0"/>
                  </a:moveTo>
                  <a:cubicBezTo>
                    <a:pt x="238167" y="-29032"/>
                    <a:pt x="364245" y="-10126"/>
                    <a:pt x="627170" y="0"/>
                  </a:cubicBezTo>
                  <a:cubicBezTo>
                    <a:pt x="890095" y="10126"/>
                    <a:pt x="1027944" y="1455"/>
                    <a:pt x="1202076" y="0"/>
                  </a:cubicBezTo>
                  <a:cubicBezTo>
                    <a:pt x="1376208" y="-1455"/>
                    <a:pt x="1676535" y="18965"/>
                    <a:pt x="1907643" y="0"/>
                  </a:cubicBezTo>
                  <a:cubicBezTo>
                    <a:pt x="2138751" y="-18965"/>
                    <a:pt x="2392061" y="488"/>
                    <a:pt x="2613209" y="0"/>
                  </a:cubicBezTo>
                  <a:cubicBezTo>
                    <a:pt x="2603359" y="119648"/>
                    <a:pt x="2607824" y="165373"/>
                    <a:pt x="2613209" y="310986"/>
                  </a:cubicBezTo>
                  <a:cubicBezTo>
                    <a:pt x="2489797" y="303253"/>
                    <a:pt x="2310766" y="319610"/>
                    <a:pt x="2012171" y="310986"/>
                  </a:cubicBezTo>
                  <a:cubicBezTo>
                    <a:pt x="1713576" y="302362"/>
                    <a:pt x="1577775" y="336289"/>
                    <a:pt x="1411133" y="310986"/>
                  </a:cubicBezTo>
                  <a:cubicBezTo>
                    <a:pt x="1244491" y="285683"/>
                    <a:pt x="929044" y="276066"/>
                    <a:pt x="705566" y="310986"/>
                  </a:cubicBezTo>
                  <a:cubicBezTo>
                    <a:pt x="482088" y="345906"/>
                    <a:pt x="162416" y="305090"/>
                    <a:pt x="0" y="310986"/>
                  </a:cubicBezTo>
                  <a:cubicBezTo>
                    <a:pt x="8301" y="205263"/>
                    <a:pt x="3280" y="62322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002060">
                  <a:alpha val="98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b="1">
                  <a:solidFill>
                    <a:schemeClr val="accent3"/>
                  </a:solidFill>
                </a:rPr>
                <a:t>Status Update </a:t>
              </a:r>
            </a:p>
            <a:p>
              <a:pPr algn="ctr"/>
              <a:r>
                <a:rPr lang="de-DE" sz="1050">
                  <a:solidFill>
                    <a:schemeClr val="accent3"/>
                  </a:solidFill>
                </a:rPr>
                <a:t>Alle 2 Wochen</a:t>
              </a:r>
            </a:p>
          </p:txBody>
        </p:sp>
      </p:grpSp>
      <p:sp>
        <p:nvSpPr>
          <p:cNvPr id="204" name="TextBox 6">
            <a:extLst>
              <a:ext uri="{FF2B5EF4-FFF2-40B4-BE49-F238E27FC236}">
                <a16:creationId xmlns:a16="http://schemas.microsoft.com/office/drawing/2014/main" id="{741825FC-B070-6A97-4CCF-65B2608BF533}"/>
              </a:ext>
            </a:extLst>
          </p:cNvPr>
          <p:cNvSpPr txBox="1"/>
          <p:nvPr/>
        </p:nvSpPr>
        <p:spPr>
          <a:xfrm>
            <a:off x="300037" y="914400"/>
            <a:ext cx="1158716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de-DE" sz="2400" b="1">
                <a:solidFill>
                  <a:schemeClr val="accent3">
                    <a:lumMod val="50000"/>
                  </a:schemeClr>
                </a:solidFill>
                <a:latin typeface="Arial"/>
              </a:rPr>
              <a:t>Zentrales Maßnahmen- und Entscheidungsregister etablieren</a:t>
            </a:r>
          </a:p>
        </p:txBody>
      </p:sp>
      <p:sp>
        <p:nvSpPr>
          <p:cNvPr id="207" name="Textfeld 206">
            <a:extLst>
              <a:ext uri="{FF2B5EF4-FFF2-40B4-BE49-F238E27FC236}">
                <a16:creationId xmlns:a16="http://schemas.microsoft.com/office/drawing/2014/main" id="{F5609D4A-BFCE-5B91-9E60-487CAA2C9B4F}"/>
              </a:ext>
            </a:extLst>
          </p:cNvPr>
          <p:cNvSpPr txBox="1"/>
          <p:nvPr/>
        </p:nvSpPr>
        <p:spPr>
          <a:xfrm>
            <a:off x="1292818" y="-1488"/>
            <a:ext cx="1136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01 | Kontext</a:t>
            </a:r>
          </a:p>
        </p:txBody>
      </p:sp>
      <p:sp>
        <p:nvSpPr>
          <p:cNvPr id="208" name="Textfeld 207">
            <a:extLst>
              <a:ext uri="{FF2B5EF4-FFF2-40B4-BE49-F238E27FC236}">
                <a16:creationId xmlns:a16="http://schemas.microsoft.com/office/drawing/2014/main" id="{72EF5976-85A2-0DCD-D780-DA4BEA3CD3AC}"/>
              </a:ext>
            </a:extLst>
          </p:cNvPr>
          <p:cNvSpPr txBox="1"/>
          <p:nvPr/>
        </p:nvSpPr>
        <p:spPr>
          <a:xfrm>
            <a:off x="3159326" y="-1489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de-DE"/>
              <a:t>02 | Struktur</a:t>
            </a:r>
          </a:p>
        </p:txBody>
      </p:sp>
      <p:sp>
        <p:nvSpPr>
          <p:cNvPr id="209" name="Textfeld 208">
            <a:extLst>
              <a:ext uri="{FF2B5EF4-FFF2-40B4-BE49-F238E27FC236}">
                <a16:creationId xmlns:a16="http://schemas.microsoft.com/office/drawing/2014/main" id="{39312415-A699-8AC8-F1C2-4AE1589F78AC}"/>
              </a:ext>
            </a:extLst>
          </p:cNvPr>
          <p:cNvSpPr txBox="1"/>
          <p:nvPr/>
        </p:nvSpPr>
        <p:spPr>
          <a:xfrm>
            <a:off x="7339582" y="-1489"/>
            <a:ext cx="13452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de-DE"/>
              <a:t>04 | Prioritäten</a:t>
            </a:r>
          </a:p>
        </p:txBody>
      </p:sp>
      <p:sp>
        <p:nvSpPr>
          <p:cNvPr id="210" name="Textfeld 209">
            <a:extLst>
              <a:ext uri="{FF2B5EF4-FFF2-40B4-BE49-F238E27FC236}">
                <a16:creationId xmlns:a16="http://schemas.microsoft.com/office/drawing/2014/main" id="{90109FC8-83A2-6EC3-5558-BB18B4D0A513}"/>
              </a:ext>
            </a:extLst>
          </p:cNvPr>
          <p:cNvSpPr txBox="1"/>
          <p:nvPr/>
        </p:nvSpPr>
        <p:spPr>
          <a:xfrm>
            <a:off x="5045071" y="-1489"/>
            <a:ext cx="15648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03 | Erkenntnisse</a:t>
            </a:r>
          </a:p>
        </p:txBody>
      </p:sp>
      <p:sp>
        <p:nvSpPr>
          <p:cNvPr id="211" name="Textfeld 210">
            <a:extLst>
              <a:ext uri="{FF2B5EF4-FFF2-40B4-BE49-F238E27FC236}">
                <a16:creationId xmlns:a16="http://schemas.microsoft.com/office/drawing/2014/main" id="{A99681C9-23A8-096B-8FB5-4B6FFC5ECC81}"/>
              </a:ext>
            </a:extLst>
          </p:cNvPr>
          <p:cNvSpPr txBox="1"/>
          <p:nvPr/>
        </p:nvSpPr>
        <p:spPr>
          <a:xfrm>
            <a:off x="9414480" y="-1489"/>
            <a:ext cx="177484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r>
              <a:rPr lang="de-DE"/>
              <a:t>05 | Empfehlungen</a:t>
            </a:r>
          </a:p>
        </p:txBody>
      </p:sp>
      <p:cxnSp>
        <p:nvCxnSpPr>
          <p:cNvPr id="212" name="Gerader Verbinder 211">
            <a:extLst>
              <a:ext uri="{FF2B5EF4-FFF2-40B4-BE49-F238E27FC236}">
                <a16:creationId xmlns:a16="http://schemas.microsoft.com/office/drawing/2014/main" id="{0A7FC249-2231-8426-3349-2009545626B3}"/>
              </a:ext>
            </a:extLst>
          </p:cNvPr>
          <p:cNvCxnSpPr/>
          <p:nvPr/>
        </p:nvCxnSpPr>
        <p:spPr>
          <a:xfrm>
            <a:off x="0" y="306288"/>
            <a:ext cx="1219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26" name="Shape 78">
            <a:extLst>
              <a:ext uri="{FF2B5EF4-FFF2-40B4-BE49-F238E27FC236}">
                <a16:creationId xmlns:a16="http://schemas.microsoft.com/office/drawing/2014/main" id="{12997375-90C0-AE86-56A9-89D1D89ED834}"/>
              </a:ext>
            </a:extLst>
          </p:cNvPr>
          <p:cNvSpPr/>
          <p:nvPr/>
        </p:nvSpPr>
        <p:spPr>
          <a:xfrm>
            <a:off x="9187576" y="2460973"/>
            <a:ext cx="2520000" cy="414649"/>
          </a:xfrm>
          <a:prstGeom prst="chevron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BBD6F5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00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KPI-</a:t>
            </a:r>
            <a:r>
              <a:rPr lang="en-US" sz="1000" err="1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Qualität</a:t>
            </a:r>
            <a:endParaRPr lang="en-US" sz="1000">
              <a:solidFill>
                <a:schemeClr val="bg1"/>
              </a:solidFill>
            </a:endParaRPr>
          </a:p>
          <a:p>
            <a:pPr algn="ctr"/>
            <a:r>
              <a:rPr lang="en-US" sz="1000" err="1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validieren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28" name="Shape 88">
            <a:extLst>
              <a:ext uri="{FF2B5EF4-FFF2-40B4-BE49-F238E27FC236}">
                <a16:creationId xmlns:a16="http://schemas.microsoft.com/office/drawing/2014/main" id="{2923C085-1226-F429-57EC-3F08D9FFEAD6}"/>
              </a:ext>
            </a:extLst>
          </p:cNvPr>
          <p:cNvSpPr/>
          <p:nvPr/>
        </p:nvSpPr>
        <p:spPr>
          <a:xfrm>
            <a:off x="9187576" y="3388127"/>
            <a:ext cx="2520000" cy="414649"/>
          </a:xfrm>
          <a:prstGeom prst="chevron">
            <a:avLst/>
          </a:prstGeom>
          <a:solidFill>
            <a:schemeClr val="accent1"/>
          </a:solidFill>
          <a:ln w="12700">
            <a:solidFill>
              <a:srgbClr val="B9DEE1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de-DE" sz="1000">
                <a:solidFill>
                  <a:schemeClr val="bg1"/>
                </a:solidFill>
              </a:rPr>
              <a:t>Governance</a:t>
            </a:r>
          </a:p>
          <a:p>
            <a:r>
              <a:rPr lang="de-DE" sz="1000">
                <a:solidFill>
                  <a:schemeClr val="bg1"/>
                </a:solidFill>
              </a:rPr>
              <a:t>Board etablieren</a:t>
            </a:r>
          </a:p>
        </p:txBody>
      </p:sp>
    </p:spTree>
    <p:extLst>
      <p:ext uri="{BB962C8B-B14F-4D97-AF65-F5344CB8AC3E}">
        <p14:creationId xmlns:p14="http://schemas.microsoft.com/office/powerpoint/2010/main" val="3179404680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1536,102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1536,102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1536,102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1536,102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Forvis_Mazars">
      <a:dk1>
        <a:srgbClr val="464B4B"/>
      </a:dk1>
      <a:lt1>
        <a:srgbClr val="FFFFFF"/>
      </a:lt1>
      <a:dk2>
        <a:srgbClr val="0072CE"/>
      </a:dk2>
      <a:lt2>
        <a:srgbClr val="F4F4F4"/>
      </a:lt2>
      <a:accent1>
        <a:srgbClr val="0072CE"/>
      </a:accent1>
      <a:accent2>
        <a:srgbClr val="4AA7B7"/>
      </a:accent2>
      <a:accent3>
        <a:srgbClr val="171C8F"/>
      </a:accent3>
      <a:accent4>
        <a:srgbClr val="27B093"/>
      </a:accent4>
      <a:accent5>
        <a:srgbClr val="B1B3B3"/>
      </a:accent5>
      <a:accent6>
        <a:srgbClr val="5D93CD"/>
      </a:accent6>
      <a:hlink>
        <a:srgbClr val="5D93CD"/>
      </a:hlink>
      <a:folHlink>
        <a:srgbClr val="84ADD8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EDIT - _Forvis Mazars PPT Template DE_EN.potm" id="{19DA9EF4-2B01-409F-9E7C-23429FA97CEB}" vid="{4F5E282A-2E52-4540-8EBE-3A760CFD85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E310A28-A6AC-924F-8CE3-D2C13086B30F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1ccdb37-871f-4e6d-950b-8af6d7c5df12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13eecd-2e28-48af-b09a-eabd145800b6">
      <Terms xmlns="http://schemas.microsoft.com/office/infopath/2007/PartnerControls"/>
    </lcf76f155ced4ddcb4097134ff3c332f>
    <TaxCatchAll xmlns="7704eb4b-7b49-41f0-8d03-7eb2706c8b8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D6FC144151734F9C09BAEAD681CF33" ma:contentTypeVersion="14" ma:contentTypeDescription="Crée un document." ma:contentTypeScope="" ma:versionID="b9348d5c7bbb5715e1290f92a42e35d3">
  <xsd:schema xmlns:xsd="http://www.w3.org/2001/XMLSchema" xmlns:xs="http://www.w3.org/2001/XMLSchema" xmlns:p="http://schemas.microsoft.com/office/2006/metadata/properties" xmlns:ns2="6d13eecd-2e28-48af-b09a-eabd145800b6" xmlns:ns3="7704eb4b-7b49-41f0-8d03-7eb2706c8b88" targetNamespace="http://schemas.microsoft.com/office/2006/metadata/properties" ma:root="true" ma:fieldsID="ff07f6dce96a60f65dbd9b9356491132" ns2:_="" ns3:_="">
    <xsd:import namespace="6d13eecd-2e28-48af-b09a-eabd145800b6"/>
    <xsd:import namespace="7704eb4b-7b49-41f0-8d03-7eb2706c8b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3eecd-2e28-48af-b09a-eabd145800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4ae0aa21-f092-4d7c-8480-48d435008a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04eb4b-7b49-41f0-8d03-7eb2706c8b8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6d6f2df-ddfc-49eb-966c-b6e2e2089bda}" ma:internalName="TaxCatchAll" ma:showField="CatchAllData" ma:web="7704eb4b-7b49-41f0-8d03-7eb2706c8b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69420E-1F5C-4BCF-9B56-25498CED95E2}">
  <ds:schemaRefs>
    <ds:schemaRef ds:uri="6d13eecd-2e28-48af-b09a-eabd145800b6"/>
    <ds:schemaRef ds:uri="7704eb4b-7b49-41f0-8d03-7eb2706c8b8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38AAF8F-1297-4349-8940-4FDC02DBFF27}">
  <ds:schemaRefs>
    <ds:schemaRef ds:uri="6d13eecd-2e28-48af-b09a-eabd145800b6"/>
    <ds:schemaRef ds:uri="7704eb4b-7b49-41f0-8d03-7eb2706c8b8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27F4365-9647-4C6B-ACE1-DDB3C72F687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_Forvis Mazars PPT Template DE_EN</Template>
  <TotalTime>0</TotalTime>
  <Words>1442</Words>
  <Application>Microsoft Macintosh PowerPoint</Application>
  <PresentationFormat>Breitbild</PresentationFormat>
  <Paragraphs>324</Paragraphs>
  <Slides>14</Slides>
  <Notes>7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Aptos</vt:lpstr>
      <vt:lpstr>Arial</vt:lpstr>
      <vt:lpstr>Segoe UI</vt:lpstr>
      <vt:lpstr>Wingdings</vt:lpstr>
      <vt:lpstr>Office</vt:lpstr>
      <vt:lpstr>think-cell Folie</vt:lpstr>
      <vt:lpstr>Full Energy Solutions Group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Atabong, Raoul</dc:creator>
  <cp:lastModifiedBy>Raoul Atabong</cp:lastModifiedBy>
  <cp:revision>3</cp:revision>
  <dcterms:created xsi:type="dcterms:W3CDTF">2026-07-16T12:11:57Z</dcterms:created>
  <dcterms:modified xsi:type="dcterms:W3CDTF">2026-07-18T09:01:13Z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0x01010070D6FC144151734F9C09BAEAD681CF33</vt:lpwstr>
  </property>
  <property fmtid="{D5CDD505-2E9C-101B-9397-08002B2CF9AE}" pid="3" name="MediaServiceImageTags">
    <vt:lpwstr/>
  </property>
</Properties>
</file>