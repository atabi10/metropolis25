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 METROPOLIS 25 BERLIN E.V.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503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Become a</a:t>
            </a:r>
            <a:endParaRPr lang="en-US" sz="6600" dirty="0"/>
          </a:p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Partner.</a:t>
            </a:r>
            <a:endParaRPr lang="en-US" sz="6600" dirty="0"/>
          </a:p>
          <a:p>
            <a:pPr indent="0" marL="0">
              <a:buNone/>
            </a:pPr>
            <a:r>
              <a:rPr lang="en-US" sz="66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Move Berlin.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347472" y="4206240"/>
            <a:ext cx="2011680" cy="4114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3159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Presentation · Berlin ·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 Football  ·  Since 2019  ·  Berlin-Lichtenberg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4008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Club.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City.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Movement.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47472" y="301752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1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Metropolis 25 Berlin e.V.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2019 in Berlin-Lichtenberg — born from a group of friends who live football, not just play it.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Multicultural, grounded, growing. We stand for real Berlin football: away from the floodlit stadiums, right in the neighbourhood.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74920" y="640080"/>
            <a:ext cx="3703320" cy="1170432"/>
          </a:xfrm>
          <a:prstGeom prst="rect">
            <a:avLst/>
          </a:prstGeom>
          <a:solidFill>
            <a:srgbClr val="071428"/>
          </a:solidFill>
          <a:ln w="7620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74920" y="640080"/>
            <a:ext cx="59436" cy="1170432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39512" y="71323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766560" y="731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Berlin-Lichtenberg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2011680"/>
            <a:ext cx="3703320" cy="1170432"/>
          </a:xfrm>
          <a:prstGeom prst="rect">
            <a:avLst/>
          </a:prstGeom>
          <a:solidFill>
            <a:srgbClr val="071428"/>
          </a:solidFill>
          <a:ln w="7620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74920" y="2011680"/>
            <a:ext cx="59436" cy="1170432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9512" y="208483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37+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66560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Members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growing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4920" y="3383280"/>
            <a:ext cx="3703320" cy="1170432"/>
          </a:xfrm>
          <a:prstGeom prst="rect">
            <a:avLst/>
          </a:prstGeom>
          <a:solidFill>
            <a:srgbClr val="071428"/>
          </a:solidFill>
          <a:ln w="7620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74920" y="3383280"/>
            <a:ext cx="59436" cy="1170432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9512" y="345643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766560" y="3474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Nationalities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squad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4535424"/>
            <a:ext cx="3703320" cy="56692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455371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Association (e.V.) since 2025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BFV Admission Application Submitted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Funding Recognition Application Pending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NUMBERS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defines us.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56032" y="1572768"/>
            <a:ext cx="1993392" cy="315468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572768"/>
            <a:ext cx="1993392" cy="59436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773936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133+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9184" y="308152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Members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9184" y="37216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37+ active players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32304" y="1572768"/>
            <a:ext cx="1993392" cy="315468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32304" y="1572768"/>
            <a:ext cx="1993392" cy="59436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1773936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2505456" y="308152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Medal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05456" y="37216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· Symposium Mboa 2024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1572768"/>
            <a:ext cx="1993392" cy="315468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572768"/>
            <a:ext cx="1993392" cy="59436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773936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681728" y="308152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Nationalities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81728" y="37216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squad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84848" y="1572768"/>
            <a:ext cx="1993392" cy="315468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84848" y="1572768"/>
            <a:ext cx="1993392" cy="59436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773936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6+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6858000" y="308152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Berlin Football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0" y="37216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since 2019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700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"Friends became teammates. Teammates became a club."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COMMUNITY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reach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real city.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" y="2423160"/>
            <a:ext cx="2697480" cy="2331720"/>
          </a:xfrm>
          <a:prstGeom prst="rect">
            <a:avLst/>
          </a:prstGeom>
          <a:solidFill>
            <a:srgbClr val="071428"/>
          </a:solidFill>
          <a:ln w="6985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423160"/>
            <a:ext cx="2697480" cy="50292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2587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Multicultural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 nationalities under one jersey. Our community reflects the real Berlin — urban, diverse, authentic.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2423160"/>
            <a:ext cx="2697480" cy="2331720"/>
          </a:xfrm>
          <a:prstGeom prst="rect">
            <a:avLst/>
          </a:prstGeom>
          <a:solidFill>
            <a:srgbClr val="071428"/>
          </a:solidFill>
          <a:ln w="6985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2423160"/>
            <a:ext cx="2697480" cy="50292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587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Berlin-Lichtenberg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rooted in East Berlin. We play where Berlin truly lives — beyond the glossy magazines.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17336" y="2423160"/>
            <a:ext cx="2697480" cy="2331720"/>
          </a:xfrm>
          <a:prstGeom prst="rect">
            <a:avLst/>
          </a:prstGeom>
          <a:solidFill>
            <a:srgbClr val="071428"/>
          </a:solidFill>
          <a:ln w="6985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2423160"/>
            <a:ext cx="2697480" cy="50292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2587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Growing Fan 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81928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Community, Instagram, YouTube — digital and local presence that grows with the club.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SPORTING HIGHLIGHTS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play for medals.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4069080" cy="3154680"/>
          </a:xfrm>
          <a:prstGeom prst="rect">
            <a:avLst/>
          </a:prstGeom>
          <a:solidFill>
            <a:srgbClr val="0D1F3C"/>
          </a:solidFill>
          <a:ln w="12700">
            <a:solidFill>
              <a:srgbClr val="E0A106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45920"/>
            <a:ext cx="4069080" cy="640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783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SYMPOSIUM MBOA 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21579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Silver — Runner-Up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" y="2926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stage: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matches · 2W · 1D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34015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Quarter-final: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3401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 vs FEE-FEE FC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" y="38770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Semi-final: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28800" y="38770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· Reached the Final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" y="4352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28800" y="4352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A1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Medal — 2nd Place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645920"/>
            <a:ext cx="4069080" cy="3154680"/>
          </a:xfrm>
          <a:prstGeom prst="rect">
            <a:avLst/>
          </a:prstGeom>
          <a:solidFill>
            <a:srgbClr val="0D1F3C"/>
          </a:solidFill>
          <a:ln w="12700">
            <a:solidFill>
              <a:srgbClr val="E0A106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645920"/>
            <a:ext cx="4069080" cy="640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783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SYMPOSIUM MBOA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21579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Semi-Final — Top 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19472" y="2926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stage: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start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9472" y="34015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Semi-final: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63640" y="3401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— a proud achievement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9472" y="38770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Placing: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38770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A1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of all teams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4352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4352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improving ↑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REACH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logo. Our stage.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47472" y="1600200"/>
            <a:ext cx="4133088" cy="137160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00200"/>
            <a:ext cx="59436" cy="13716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28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INSTAGRAM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0352" y="2103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@metropolis25_berlin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Match-day content, team stories, community highlights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4133088" cy="137160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600200"/>
            <a:ext cx="59436" cy="13716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728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Metropolis 25 Berlin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highlights, behind-the-scenes, tournament videos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3172968"/>
            <a:ext cx="4133088" cy="137160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3172968"/>
            <a:ext cx="59436" cy="13716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3009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0352" y="3675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Group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9959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channel to our active member community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172968"/>
            <a:ext cx="4133088" cy="137160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172968"/>
            <a:ext cx="59436" cy="13716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3009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WEBSITE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37760" y="3675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sc-metropolis25.de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9959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gallery, teams, partner section — permanently visible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reach grows with every match day, every tournament, every shared story.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M25?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reasons that matter.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" y="1627632"/>
            <a:ext cx="4133088" cy="1389888"/>
          </a:xfrm>
          <a:prstGeom prst="rect">
            <a:avLst/>
          </a:prstGeom>
          <a:solidFill>
            <a:srgbClr val="071428"/>
          </a:solidFill>
          <a:ln w="6985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19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 Impact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2219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invest directly in the Berlin neighbourhood — visible, tangible, meaningful to real people.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27448" y="1627632"/>
            <a:ext cx="4133088" cy="1389888"/>
          </a:xfrm>
          <a:prstGeom prst="rect">
            <a:avLst/>
          </a:prstGeom>
          <a:solidFill>
            <a:srgbClr val="071428"/>
          </a:solidFill>
          <a:ln w="6985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719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96128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Diverse Community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96128" y="22219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stands alongside 10+ nationalities — an audience that traditional advertising rarely reaches.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4133088" cy="1389888"/>
          </a:xfrm>
          <a:prstGeom prst="rect">
            <a:avLst/>
          </a:prstGeom>
          <a:solidFill>
            <a:srgbClr val="071428"/>
          </a:solidFill>
          <a:ln w="6985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88720" y="3310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&amp; Timing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 early means Founding Partner status. We are growing — your logo and reputation grow with us.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27448" y="3200400"/>
            <a:ext cx="4133088" cy="1389888"/>
          </a:xfrm>
          <a:prstGeom prst="rect">
            <a:avLst/>
          </a:prstGeom>
          <a:solidFill>
            <a:srgbClr val="071428"/>
          </a:solidFill>
          <a:ln w="6985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596128" y="3310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Visibility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96128" y="3794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glossy sponsorship. Real content, real people, real impact — measurable and authentic.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PACKAGES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package. Your impact.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01168" y="1234440"/>
            <a:ext cx="2057400" cy="3566160"/>
          </a:xfrm>
          <a:prstGeom prst="rect">
            <a:avLst/>
          </a:prstGeom>
          <a:solidFill>
            <a:srgbClr val="002855"/>
          </a:solidFill>
          <a:ln w="19050">
            <a:solidFill>
              <a:srgbClr val="E0A106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234440"/>
            <a:ext cx="2057400" cy="2926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127101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ONLY 2 SLOTS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0896" y="166420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23957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€ 2,500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0896" y="29626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year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0896" y="3264408"/>
            <a:ext cx="1837944" cy="2286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33832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Jersey Front (Prime Position)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" y="36073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Homepage Logo (prominent)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" y="38313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Branded Content 2x/month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" y="40553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Match-Day Activation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0896" y="4279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Event Invitations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0896" y="45034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Annual Report Mention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95728" y="1234440"/>
            <a:ext cx="20574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05456" y="139903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05456" y="213055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€ 1,200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505456" y="2697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year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05456" y="2999232"/>
            <a:ext cx="1837944" cy="228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5456" y="31181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Jersey Back Logo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05456" y="33924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Website Logo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05456" y="36667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Social Media 2x/month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05456" y="39410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Club Newsletter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90288" y="1234440"/>
            <a:ext cx="20574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0016" y="139903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DISTRICT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0016" y="213055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€ 600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700016" y="2697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year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0016" y="2999232"/>
            <a:ext cx="1837944" cy="228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31181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Website Logo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0016" y="33924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Quarterly Social Mention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0016" y="36667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Club Newsletter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84848" y="1234440"/>
            <a:ext cx="20574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94576" y="139903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94576" y="213055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€ 250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894576" y="2697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year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94576" y="2999232"/>
            <a:ext cx="1837944" cy="228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4576" y="31181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Website Listing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94576" y="33924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Social Media Thank-You Post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packages excl. VAT  ·  Custom packages on request  ·  Tailored activations available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brand. Everywhere.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2697480" cy="13533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" y="1828800"/>
            <a:ext cx="54864" cy="237744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55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Jersey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" y="219456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/ back / sleeve depending on package — at every match and tournament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645920"/>
            <a:ext cx="2697480" cy="13533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64992" y="1828800"/>
            <a:ext cx="54864" cy="237744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755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4992" y="219456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Prominent placement on sc-metropolis25.de — permanently online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645920"/>
            <a:ext cx="2697480" cy="13533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828800"/>
            <a:ext cx="54864" cy="237744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755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Media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19456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YouTube, WhatsApp — regular brand integration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82112"/>
            <a:ext cx="2697480" cy="13533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" y="3364992"/>
            <a:ext cx="54864" cy="237744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" y="373075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Tournaments, match days, club events — banners &amp; physical presence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8688" y="3182112"/>
            <a:ext cx="2697480" cy="13533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64992" y="3364992"/>
            <a:ext cx="54864" cy="237744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Newsletter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64992" y="373075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communications with partner mention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3182112"/>
            <a:ext cx="2697480" cy="13533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3364992"/>
            <a:ext cx="54864" cy="237744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91656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373075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stories, reels &amp; match-day posts (Founding Partner)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-1097280"/>
            <a:ext cx="502920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868680"/>
            <a:ext cx="8503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Growing together.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Shining together.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47472" y="27889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Founding Partner of SC Metropolis 25, you invest in more than football —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invest in Berlin community, diversity, and authentic growth.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7472" y="4315968"/>
            <a:ext cx="50292" cy="59436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A1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Berlin pulses, our strength grows."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partner in 3 steps.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70432" y="1508760"/>
            <a:ext cx="914400" cy="914400"/>
          </a:xfrm>
          <a:prstGeom prst="ellipse">
            <a:avLst/>
          </a:prstGeom>
          <a:solidFill>
            <a:srgbClr val="002855"/>
          </a:solidFill>
          <a:ln w="22860">
            <a:solidFill>
              <a:srgbClr val="E0A1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581912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2697480" cy="242316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" y="26517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Initial Call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" y="3154680"/>
            <a:ext cx="2423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 — by email or via our website. We will get to know each other, clarify your goals, and show what a partnership can look like in practice.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4572000"/>
            <a:ext cx="2514600" cy="27432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5902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kontakt@sc-metropolis25.de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69080" y="1508760"/>
            <a:ext cx="914400" cy="914400"/>
          </a:xfrm>
          <a:prstGeom prst="ellipse">
            <a:avLst/>
          </a:prstGeom>
          <a:solidFill>
            <a:srgbClr val="002855"/>
          </a:solidFill>
          <a:ln w="22860">
            <a:solidFill>
              <a:srgbClr val="E0A1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1581912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18688" y="2514600"/>
            <a:ext cx="2697480" cy="242316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64992" y="26517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Offer &amp; Customisation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64992" y="3154680"/>
            <a:ext cx="2423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create a tailored partnership offer — whether a standard package or individual activation. Transparent, fast, no hidden costs.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10128" y="4572000"/>
            <a:ext cx="2514600" cy="27432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45902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within 48h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67728" y="1508760"/>
            <a:ext cx="914400" cy="914400"/>
          </a:xfrm>
          <a:prstGeom prst="ellipse">
            <a:avLst/>
          </a:prstGeom>
          <a:solidFill>
            <a:srgbClr val="002855"/>
          </a:solidFill>
          <a:ln w="22860">
            <a:solidFill>
              <a:srgbClr val="E0A1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1581912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17336" y="2514600"/>
            <a:ext cx="2697480" cy="242316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26517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Partnership Live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3640" y="3154680"/>
            <a:ext cx="2423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signing, logo delivery, content plan. Your brand is on the jersey, the website, the pitch — from the very first match day.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08776" y="4572000"/>
            <a:ext cx="2514600" cy="27432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45902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immediately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A PARTNER NOW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Ready.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347472" y="1481328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Berlin is waiting.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347472" y="2670048"/>
            <a:ext cx="5120640" cy="2148840"/>
          </a:xfrm>
          <a:prstGeom prst="rect">
            <a:avLst/>
          </a:prstGeom>
          <a:solidFill>
            <a:srgbClr val="071428"/>
          </a:solidFill>
          <a:ln w="7620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28163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28163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kontakt@sc-metropolis25.de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32644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32644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sc-metropolis25.de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7124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37124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@metropolis25_berlin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41605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4160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link on website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2670048"/>
            <a:ext cx="2834640" cy="2148840"/>
          </a:xfrm>
          <a:prstGeom prst="rect">
            <a:avLst/>
          </a:prstGeom>
          <a:solidFill>
            <a:srgbClr val="002855"/>
          </a:solidFill>
          <a:ln w="7620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89320" y="281635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M25</a:t>
            </a:r>
            <a:endParaRPr lang="en-US" sz="7800" dirty="0"/>
          </a:p>
        </p:txBody>
      </p:sp>
      <p:sp>
        <p:nvSpPr>
          <p:cNvPr id="18" name="Text 16"/>
          <p:cNvSpPr/>
          <p:nvPr/>
        </p:nvSpPr>
        <p:spPr>
          <a:xfrm>
            <a:off x="5989320" y="3977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 METROPOLIS 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BERLIN E.V.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0" y="4828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 Football  ·  Berlin-Lichtenberg  ·  Since 2019  ·  sc-metropolis25.de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 Metropolis 25 — Partnership Presentation 2026</dc:title>
  <dc:subject>PptxGenJS Presentation</dc:subject>
  <dc:creator>SC Metropolis 25 Berlin e.V.</dc:creator>
  <cp:lastModifiedBy>SC Metropolis 25 Berlin e.V.</cp:lastModifiedBy>
  <cp:revision>1</cp:revision>
  <dcterms:created xsi:type="dcterms:W3CDTF">2026-06-15T13:32:32Z</dcterms:created>
  <dcterms:modified xsi:type="dcterms:W3CDTF">2026-06-15T13:32:32Z</dcterms:modified>
</cp:coreProperties>
</file>