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METROPOLIS 25 BERLIN E.V.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47472" y="9601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 werden.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18745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Berlin bewegen.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47472" y="3017520"/>
            <a:ext cx="2011680" cy="4114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2186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Partnerpräsentation · Berlin ·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Football  ·  Seit 2019  ·  Berlin-Lichtenberg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WIR SIND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4008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Ein Verein.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Eine Stadt.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Eine Bewegung.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47472" y="301752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Metropolis 25 Berlin e.V.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2019 in Berlin-Lichtenberg — entstanden aus einer Gruppe von Freunden, die Fußball leben, nicht nur spielen.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Multikulturell, bodenständig, wachsend. Wir stehen für den echten Berliner Fußball: abseits der Glanzlicht-Stadien, mitten im Kiez.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74920" y="640080"/>
            <a:ext cx="3703320" cy="1170432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640080"/>
            <a:ext cx="59436" cy="117043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9512" y="7132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766560" y="731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Gründungsjahr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Berlin-Lichtenberg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2011680"/>
            <a:ext cx="3703320" cy="1170432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74920" y="2011680"/>
            <a:ext cx="59436" cy="117043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20848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Aktive Mitglieder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wachsend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3383280"/>
            <a:ext cx="3703320" cy="1170432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74920" y="3383280"/>
            <a:ext cx="59436" cy="117043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345643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66560" y="3474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Nationalitäten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Kader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4535424"/>
            <a:ext cx="3703320" cy="56692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55371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Eingetragener Verein (e.V.) seit 2025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BFV-Aufnahmeantrag eingereicht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Sportförderantrag in Bearbeitung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ZAHLEN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uns ausmacht.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133+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Community-Mitglieder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inkl. 37+ aktive Spieler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32304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505456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Turniermedaille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05456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 · Symposium Mboa 2024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681728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Nationalitäten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81728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Vereinskader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84848" y="1572768"/>
            <a:ext cx="1993392" cy="315468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4848" y="1572768"/>
            <a:ext cx="1993392" cy="59436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773936"/>
            <a:ext cx="184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6+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6858000" y="3081528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 Berlin-Fußball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0" y="3721608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2019 dabei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000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"Aus Freunden wurden Mitspieler. Aus Mitspielern ein Verein."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COMMUNITY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 erreichen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 echte Stadt.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2697480" cy="2331720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423160"/>
            <a:ext cx="2697480" cy="5029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587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Multikulturell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10 Nationalitäten unter einem Trikot. Unsere Community spiegelt das echte Berlin wider — urban, divers, authentisch.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2423160"/>
            <a:ext cx="2697480" cy="2331720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2423160"/>
            <a:ext cx="2697480" cy="5029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587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Berlin-Lichtenberg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 verwurzelt im Berliner Osten. Wir spielen, wo Berlin wirklich lebt — jenseits der Hochglanzmagazine.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2423160"/>
            <a:ext cx="2697480" cy="2331720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2423160"/>
            <a:ext cx="2697480" cy="50292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2587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Wachsende Fanbasis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1928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Community, Instagram, YouTube — digitale und lokale Präsenz, die mit dem Verein wächst.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SPORTLICHE HIGHLIGHTS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 spielen um Medaillen.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069080" cy="3154680"/>
          </a:xfrm>
          <a:prstGeom prst="rect">
            <a:avLst/>
          </a:prstGeom>
          <a:solidFill>
            <a:srgbClr val="0D1F3C"/>
          </a:solidFill>
          <a:ln w="12700">
            <a:solidFill>
              <a:srgbClr val="E0A106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45920"/>
            <a:ext cx="406908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SYMPOSIUM MBOA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157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Silber — Vizemeister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4632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Spiele · 2S · 1U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Viertelfinale: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 vs FÉE-FÉE FC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3877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Halbfinale: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3877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 · Einzug ins Finale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4352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Finale: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4352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Silbermedaille — 2. Platz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4069080" cy="3154680"/>
          </a:xfrm>
          <a:prstGeom prst="rect">
            <a:avLst/>
          </a:prstGeom>
          <a:solidFill>
            <a:srgbClr val="0D1F3C"/>
          </a:solidFill>
          <a:ln w="12700">
            <a:solidFill>
              <a:srgbClr val="E0A106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645920"/>
            <a:ext cx="406908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SYMPOSIUM MBOA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15798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Halbfinale — Top 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919472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gestartet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19472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Halbfinale: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Einzug — stolzes Ergebnis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3877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Platzierung: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3877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unter allen Teams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43525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4352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 stärker ↑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REICHWEITE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Ihr Logo. Unsere Bühne.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47472" y="1600200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00200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28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@metropolis25_berlin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Spieltag-Content, Team-Stories, Community-Highlights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00200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28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Metropolis 25 Berlin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Match-Highlights, Behind-the-Scenes, Turniervideos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172968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172968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0352" y="3675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Community-Gruppe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995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Direkter Kanal zu unserer aktiven Mitglieder-Community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172968"/>
            <a:ext cx="4133088" cy="137160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72968"/>
            <a:ext cx="59436" cy="13716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37760" y="3675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sc-metropolis25.de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9959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Galerie, Teams, Partnerbereich — dauerhaft sichtbar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Reichweite wächst mit jedem Spieltag, jedem Turnier, jeder gemeinsamen Geschichte.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M25?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Gründe, die zählen.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Lokaler 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2219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investieren direkt in den Berliner Kiez — sichtbar, greifbar, bedeutsam für echte Menschen.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7448" y="1627632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96128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Diverse Community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96128" y="222199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Brand steht neben 10+ Nationalitäten — eine Zielgruppe, die klassische Werbung kaum erreicht.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8872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Wachstum &amp; Timing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 einsteigen = Gründungspartner-Status. Wir wachsen — Ihr Logo und Ihr Ruf wachsen mit.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27448" y="3200400"/>
            <a:ext cx="4133088" cy="1389888"/>
          </a:xfrm>
          <a:prstGeom prst="rect">
            <a:avLst/>
          </a:prstGeom>
          <a:solidFill>
            <a:srgbClr val="071428"/>
          </a:solidFill>
          <a:ln w="6985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96128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Echte Sichtbarkeit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96128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Hochglanz-Sponsoring. Echter Content, echte Menschen, echte Wirkung — messbar und authentisch.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PARTNERSCHAFTSPAKETE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Ihr Paket. Ihre Wirkung.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01168" y="1234440"/>
            <a:ext cx="2057400" cy="3566160"/>
          </a:xfrm>
          <a:prstGeom prst="rect">
            <a:avLst/>
          </a:prstGeom>
          <a:solidFill>
            <a:srgbClr val="002855"/>
          </a:solidFill>
          <a:ln w="19050">
            <a:solidFill>
              <a:srgbClr val="E0A106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234440"/>
            <a:ext cx="2057400" cy="2926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127101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NUR 2 PLÄTZE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10896" y="166420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GRÜNDUNGS-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23957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€ 2.500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0896" y="29626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Jahr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" y="3264408"/>
            <a:ext cx="1837944" cy="2286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3832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Trikot Front (Hauptplatz)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" y="36073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Homepage-Logo (prominent)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" y="38313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Branded Content 2×/Monat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" y="40553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Match-Day Activation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" y="4279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Event-Einladungen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" y="45034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Jahresbericht-Erwähnung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95728" y="1234440"/>
            <a:ext cx="20574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05456" y="1399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STADT-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05456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€ 1.200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505456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Jahr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05456" y="2999232"/>
            <a:ext cx="1837944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31181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Trikot Rücken-Logo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05456" y="33924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 Logo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05456" y="36667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 Media 2×/Monat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05456" y="39410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Vereinsnewsletter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90288" y="1234440"/>
            <a:ext cx="20574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0016" y="1399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BEZIRKS-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016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€ 600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00016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Jahr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0016" y="2999232"/>
            <a:ext cx="1837944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31181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 Logo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0016" y="33924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Quartal. Social-Erwähnung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0016" y="36667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Vereinsnewsletter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84848" y="1234440"/>
            <a:ext cx="20574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BBBB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94576" y="139903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94576" y="213055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€ 250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894576" y="2697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Jahr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4576" y="2999232"/>
            <a:ext cx="1837944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4576" y="31181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Website-Listung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94576" y="33924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Social-Media Dankespost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Pakete zzgl. MwSt.  ·  Individuelle Angebote auf Anfrage  ·  Maßgeschneiderte Aktivierungen möglich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SICHTBARKEIT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Ihr Brand. Überall.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" y="1828800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Trikot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" y="21945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/ Rücken / Ärmel je nach Paket — bei jedem Spiel und Turnier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645920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828800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1945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Prominente Platzierung auf sc-metropolis25.de — dauerhaft online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645920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828800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19456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YouTube, WhatsApp — regelmäßige Brand-Integration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" y="3364992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Turniere, Spieltage, Vereinsevents — Banner &amp; physische Präsenz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3182112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64992" y="3364992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Newsletter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64992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Mitgliederkommunikation mit Partner-Erwähnung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3182112"/>
            <a:ext cx="2697480" cy="1353312"/>
          </a:xfrm>
          <a:prstGeom prst="rect">
            <a:avLst/>
          </a:prstGeom>
          <a:solidFill>
            <a:srgbClr val="0D1F3C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3364992"/>
            <a:ext cx="54864" cy="237744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1656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373075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Stories, Reels &amp; Match-Day-Posts (Gründungspartner)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-1097280"/>
            <a:ext cx="50292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FFFFFF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VISION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Gemeinsam wachsen.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Gemeinsam strahlen.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47472" y="2788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Gründungspartner von SC Metropolis 25 investieren Sie in mehr als Fußball —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investieren in Berliner Gemeinschaft, Vielfalt und authentisches Wachstum.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7472" y="4315968"/>
            <a:ext cx="50292" cy="59436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 Berlin pulsiert, wächst unsere Stärke."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201168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2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8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3 Schritten Partner.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70432" y="1508760"/>
            <a:ext cx="914400" cy="914400"/>
          </a:xfrm>
          <a:prstGeom prst="ellipse">
            <a:avLst/>
          </a:prstGeom>
          <a:solidFill>
            <a:srgbClr val="002855"/>
          </a:solidFill>
          <a:ln w="22860">
            <a:solidFill>
              <a:srgbClr val="E0A1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58191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697480" cy="24231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" y="26517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Erstgespräch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" y="3154680"/>
            <a:ext cx="2423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Nehmen Sie Kontakt auf — per E-Mail oder über unsere Website. Wir lernen uns kennen, klären Ihre Ziele und zeigen, wie eine Partnerschaft konkret aussehen kann.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4572000"/>
            <a:ext cx="2514600" cy="27432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5902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kontakt@sc-metropolis25.de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69080" y="1508760"/>
            <a:ext cx="914400" cy="914400"/>
          </a:xfrm>
          <a:prstGeom prst="ellipse">
            <a:avLst/>
          </a:prstGeom>
          <a:solidFill>
            <a:srgbClr val="002855"/>
          </a:solidFill>
          <a:ln w="22860">
            <a:solidFill>
              <a:srgbClr val="E0A1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58191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18688" y="2514600"/>
            <a:ext cx="2697480" cy="24231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64992" y="26517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Angebot &amp; Anpassung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64992" y="3154680"/>
            <a:ext cx="2423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erstellen ein maßgeschneidertes Partnerangebot — ob Standardpaket oder individuelle Aktivierung. Transparent, schnell, ohne versteckte Kosten.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4572000"/>
            <a:ext cx="2514600" cy="27432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45902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innerhalb von 48h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67728" y="1508760"/>
            <a:ext cx="914400" cy="914400"/>
          </a:xfrm>
          <a:prstGeom prst="ellipse">
            <a:avLst/>
          </a:prstGeom>
          <a:solidFill>
            <a:srgbClr val="002855"/>
          </a:solidFill>
          <a:ln w="22860">
            <a:solidFill>
              <a:srgbClr val="E0A1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581912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17336" y="2514600"/>
            <a:ext cx="2697480" cy="2423160"/>
          </a:xfrm>
          <a:prstGeom prst="rect">
            <a:avLst/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265176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Partnerschaft live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3154680"/>
            <a:ext cx="2423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Vertragsunterzeichnung, Logolieferung, Content-Plan. Ihr Brand ist auf dem Trikot, auf der Website, auf dem Platz — ab dem ersten Spieltag.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08776" y="4572000"/>
            <a:ext cx="2514600" cy="27432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45902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sofort möglich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0A106"/>
          </a:solidFill>
          <a:ln w="12700">
            <a:solidFill>
              <a:srgbClr val="E0A1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PARTNER WERDEN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Bereit.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Berlin wartet.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347472" y="2670048"/>
            <a:ext cx="5120640" cy="2148840"/>
          </a:xfrm>
          <a:prstGeom prst="rect">
            <a:avLst/>
          </a:prstGeom>
          <a:solidFill>
            <a:srgbClr val="071428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28163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28163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kontakt@sc-metropolis25.de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32644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32644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sc-metropolis25.de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7124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@metropolis25_berlin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41605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1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4160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Community-Link auf Website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670048"/>
            <a:ext cx="2834640" cy="2148840"/>
          </a:xfrm>
          <a:prstGeom prst="rect">
            <a:avLst/>
          </a:prstGeom>
          <a:solidFill>
            <a:srgbClr val="002855"/>
          </a:solidFill>
          <a:ln w="7620">
            <a:solidFill>
              <a:srgbClr val="E0A1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281635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0A1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M25</a:t>
            </a:r>
            <a:endParaRPr lang="en-US" sz="7800" dirty="0"/>
          </a:p>
        </p:txBody>
      </p:sp>
      <p:sp>
        <p:nvSpPr>
          <p:cNvPr id="18" name="Text 16"/>
          <p:cNvSpPr/>
          <p:nvPr/>
        </p:nvSpPr>
        <p:spPr>
          <a:xfrm>
            <a:off x="598932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METROPOLIS 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BERLIN E.V.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4828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Football  ·  Berlin-Lichtenberg  ·  Seit 2019  ·  sc-metropolis25.de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 Metropolis 25 — Partnerpräsentation 2026</dc:title>
  <dc:subject>PptxGenJS Presentation</dc:subject>
  <dc:creator>SC Metropolis 25 Berlin e.V.</dc:creator>
  <cp:lastModifiedBy>SC Metropolis 25 Berlin e.V.</cp:lastModifiedBy>
  <cp:revision>1</cp:revision>
  <dcterms:created xsi:type="dcterms:W3CDTF">2026-06-15T13:32:33Z</dcterms:created>
  <dcterms:modified xsi:type="dcterms:W3CDTF">2026-06-15T13:32:33Z</dcterms:modified>
</cp:coreProperties>
</file>